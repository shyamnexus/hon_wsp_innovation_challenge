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6D05"/>
    <a:srgbClr val="FED49C"/>
    <a:srgbClr val="FF9933"/>
    <a:srgbClr val="FCD8E2"/>
    <a:srgbClr val="FBC1D2"/>
    <a:srgbClr val="C2E7FE"/>
    <a:srgbClr val="C7FF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F233DD-66BB-4EE3-91D8-C3DD3ECCF3AB}" v="4" dt="2025-01-13T06:50:08.1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-974" y="-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dan, Gajanan" userId="eaa57c11-52bd-4542-8a51-8d715278bd3a" providerId="ADAL" clId="{6CF908B4-978E-448A-80D5-640C8B621AD3}"/>
    <pc:docChg chg="addSld modSld sldOrd">
      <pc:chgData name="Nidan, Gajanan" userId="eaa57c11-52bd-4542-8a51-8d715278bd3a" providerId="ADAL" clId="{6CF908B4-978E-448A-80D5-640C8B621AD3}" dt="2024-12-20T07:28:35.022" v="7"/>
      <pc:docMkLst>
        <pc:docMk/>
      </pc:docMkLst>
      <pc:sldChg chg="ord">
        <pc:chgData name="Nidan, Gajanan" userId="eaa57c11-52bd-4542-8a51-8d715278bd3a" providerId="ADAL" clId="{6CF908B4-978E-448A-80D5-640C8B621AD3}" dt="2024-12-20T07:27:55.552" v="1"/>
        <pc:sldMkLst>
          <pc:docMk/>
          <pc:sldMk cId="2571055565" sldId="259"/>
        </pc:sldMkLst>
      </pc:sldChg>
      <pc:sldChg chg="add ord">
        <pc:chgData name="Nidan, Gajanan" userId="eaa57c11-52bd-4542-8a51-8d715278bd3a" providerId="ADAL" clId="{6CF908B4-978E-448A-80D5-640C8B621AD3}" dt="2024-12-20T07:28:19.449" v="6"/>
        <pc:sldMkLst>
          <pc:docMk/>
          <pc:sldMk cId="2393191110" sldId="265"/>
        </pc:sldMkLst>
      </pc:sldChg>
      <pc:sldChg chg="add">
        <pc:chgData name="Nidan, Gajanan" userId="eaa57c11-52bd-4542-8a51-8d715278bd3a" providerId="ADAL" clId="{6CF908B4-978E-448A-80D5-640C8B621AD3}" dt="2024-12-20T07:28:35.022" v="7"/>
        <pc:sldMkLst>
          <pc:docMk/>
          <pc:sldMk cId="4237916637" sldId="266"/>
        </pc:sldMkLst>
      </pc:sldChg>
    </pc:docChg>
  </pc:docChgLst>
  <pc:docChgLst>
    <pc:chgData name="Nidan, Gajanan" userId="eaa57c11-52bd-4542-8a51-8d715278bd3a" providerId="ADAL" clId="{625B978B-5D34-428B-B7FF-A3602E7D6CC4}"/>
    <pc:docChg chg="undo custSel addSld modSld">
      <pc:chgData name="Nidan, Gajanan" userId="eaa57c11-52bd-4542-8a51-8d715278bd3a" providerId="ADAL" clId="{625B978B-5D34-428B-B7FF-A3602E7D6CC4}" dt="2024-12-05T06:14:05.277" v="766" actId="1036"/>
      <pc:docMkLst>
        <pc:docMk/>
      </pc:docMkLst>
      <pc:sldChg chg="modSp mod">
        <pc:chgData name="Nidan, Gajanan" userId="eaa57c11-52bd-4542-8a51-8d715278bd3a" providerId="ADAL" clId="{625B978B-5D34-428B-B7FF-A3602E7D6CC4}" dt="2024-12-04T06:18:47.053" v="10" actId="20577"/>
        <pc:sldMkLst>
          <pc:docMk/>
          <pc:sldMk cId="3138423751" sldId="256"/>
        </pc:sldMkLst>
        <pc:spChg chg="mod">
          <ac:chgData name="Nidan, Gajanan" userId="eaa57c11-52bd-4542-8a51-8d715278bd3a" providerId="ADAL" clId="{625B978B-5D34-428B-B7FF-A3602E7D6CC4}" dt="2024-12-04T06:18:47.053" v="10" actId="20577"/>
          <ac:spMkLst>
            <pc:docMk/>
            <pc:sldMk cId="3138423751" sldId="256"/>
            <ac:spMk id="93" creationId="{497CFC44-0F58-E32B-DE74-73C6B5CEBA30}"/>
          </ac:spMkLst>
        </pc:spChg>
        <pc:spChg chg="mod">
          <ac:chgData name="Nidan, Gajanan" userId="eaa57c11-52bd-4542-8a51-8d715278bd3a" providerId="ADAL" clId="{625B978B-5D34-428B-B7FF-A3602E7D6CC4}" dt="2024-12-04T06:18:43.542" v="6" actId="20577"/>
          <ac:spMkLst>
            <pc:docMk/>
            <pc:sldMk cId="3138423751" sldId="256"/>
            <ac:spMk id="95" creationId="{493FC55A-7E51-2D26-7A2A-FE85B1FA19A7}"/>
          </ac:spMkLst>
        </pc:spChg>
        <pc:cxnChg chg="mod">
          <ac:chgData name="Nidan, Gajanan" userId="eaa57c11-52bd-4542-8a51-8d715278bd3a" providerId="ADAL" clId="{625B978B-5D34-428B-B7FF-A3602E7D6CC4}" dt="2024-12-04T06:08:07.586" v="0" actId="208"/>
          <ac:cxnSpMkLst>
            <pc:docMk/>
            <pc:sldMk cId="3138423751" sldId="256"/>
            <ac:cxnSpMk id="112" creationId="{566B7809-4C57-0F2C-AEF0-B485A8D8023B}"/>
          </ac:cxnSpMkLst>
        </pc:cxnChg>
      </pc:sldChg>
      <pc:sldChg chg="addSp delSp modSp new mod">
        <pc:chgData name="Nidan, Gajanan" userId="eaa57c11-52bd-4542-8a51-8d715278bd3a" providerId="ADAL" clId="{625B978B-5D34-428B-B7FF-A3602E7D6CC4}" dt="2024-12-05T06:14:05.277" v="766" actId="1036"/>
        <pc:sldMkLst>
          <pc:docMk/>
          <pc:sldMk cId="2660822318" sldId="260"/>
        </pc:sldMkLst>
        <pc:spChg chg="mod">
          <ac:chgData name="Nidan, Gajanan" userId="eaa57c11-52bd-4542-8a51-8d715278bd3a" providerId="ADAL" clId="{625B978B-5D34-428B-B7FF-A3602E7D6CC4}" dt="2024-12-05T06:14:05.277" v="766" actId="1036"/>
          <ac:spMkLst>
            <pc:docMk/>
            <pc:sldMk cId="2660822318" sldId="260"/>
            <ac:spMk id="2" creationId="{92D0C4DB-C45C-8425-8D56-D48AE4C5F651}"/>
          </ac:spMkLst>
        </pc:spChg>
        <pc:spChg chg="del">
          <ac:chgData name="Nidan, Gajanan" userId="eaa57c11-52bd-4542-8a51-8d715278bd3a" providerId="ADAL" clId="{625B978B-5D34-428B-B7FF-A3602E7D6CC4}" dt="2024-12-05T05:36:12.094" v="12" actId="478"/>
          <ac:spMkLst>
            <pc:docMk/>
            <pc:sldMk cId="2660822318" sldId="260"/>
            <ac:spMk id="3" creationId="{79D528E7-C2AF-70B8-E613-756D8DDAD481}"/>
          </ac:spMkLst>
        </pc:spChg>
        <pc:graphicFrameChg chg="add mod modGraphic">
          <ac:chgData name="Nidan, Gajanan" userId="eaa57c11-52bd-4542-8a51-8d715278bd3a" providerId="ADAL" clId="{625B978B-5D34-428B-B7FF-A3602E7D6CC4}" dt="2024-12-05T06:14:00.556" v="756" actId="1036"/>
          <ac:graphicFrameMkLst>
            <pc:docMk/>
            <pc:sldMk cId="2660822318" sldId="260"/>
            <ac:graphicFrameMk id="4" creationId="{F7DA8973-399D-FF87-4E16-A7182EEBF764}"/>
          </ac:graphicFrameMkLst>
        </pc:graphicFrameChg>
      </pc:sldChg>
    </pc:docChg>
  </pc:docChgLst>
  <pc:docChgLst>
    <pc:chgData name="Hapse, Atharv (CSW)" userId="38a84b86-03ad-436d-ac15-c8a2a86a5abe" providerId="ADAL" clId="{4FF233DD-66BB-4EE3-91D8-C3DD3ECCF3AB}"/>
    <pc:docChg chg="custSel modSld">
      <pc:chgData name="Hapse, Atharv (CSW)" userId="38a84b86-03ad-436d-ac15-c8a2a86a5abe" providerId="ADAL" clId="{4FF233DD-66BB-4EE3-91D8-C3DD3ECCF3AB}" dt="2025-01-28T04:45:16.564" v="63" actId="20577"/>
      <pc:docMkLst>
        <pc:docMk/>
      </pc:docMkLst>
      <pc:sldChg chg="addSp modSp mod">
        <pc:chgData name="Hapse, Atharv (CSW)" userId="38a84b86-03ad-436d-ac15-c8a2a86a5abe" providerId="ADAL" clId="{4FF233DD-66BB-4EE3-91D8-C3DD3ECCF3AB}" dt="2025-01-28T04:45:16.564" v="63" actId="20577"/>
        <pc:sldMkLst>
          <pc:docMk/>
          <pc:sldMk cId="3138423751" sldId="256"/>
        </pc:sldMkLst>
        <pc:spChg chg="mod">
          <ac:chgData name="Hapse, Atharv (CSW)" userId="38a84b86-03ad-436d-ac15-c8a2a86a5abe" providerId="ADAL" clId="{4FF233DD-66BB-4EE3-91D8-C3DD3ECCF3AB}" dt="2025-01-13T06:48:25.264" v="5" actId="20577"/>
          <ac:spMkLst>
            <pc:docMk/>
            <pc:sldMk cId="3138423751" sldId="256"/>
            <ac:spMk id="9" creationId="{79C19C55-51A8-E898-6D05-E08E9129D0AF}"/>
          </ac:spMkLst>
        </pc:spChg>
        <pc:spChg chg="mod">
          <ac:chgData name="Hapse, Atharv (CSW)" userId="38a84b86-03ad-436d-ac15-c8a2a86a5abe" providerId="ADAL" clId="{4FF233DD-66BB-4EE3-91D8-C3DD3ECCF3AB}" dt="2025-01-13T06:48:24.217" v="4" actId="20577"/>
          <ac:spMkLst>
            <pc:docMk/>
            <pc:sldMk cId="3138423751" sldId="256"/>
            <ac:spMk id="10" creationId="{29191914-7BFE-DCF9-ADD6-36ACA6DC0B65}"/>
          </ac:spMkLst>
        </pc:spChg>
        <pc:spChg chg="add mod">
          <ac:chgData name="Hapse, Atharv (CSW)" userId="38a84b86-03ad-436d-ac15-c8a2a86a5abe" providerId="ADAL" clId="{4FF233DD-66BB-4EE3-91D8-C3DD3ECCF3AB}" dt="2025-01-13T06:50:19.085" v="53" actId="1076"/>
          <ac:spMkLst>
            <pc:docMk/>
            <pc:sldMk cId="3138423751" sldId="256"/>
            <ac:spMk id="12" creationId="{71FAD06D-4472-7180-0BD5-88F3C1301E49}"/>
          </ac:spMkLst>
        </pc:spChg>
        <pc:spChg chg="add mod">
          <ac:chgData name="Hapse, Atharv (CSW)" userId="38a84b86-03ad-436d-ac15-c8a2a86a5abe" providerId="ADAL" clId="{4FF233DD-66BB-4EE3-91D8-C3DD3ECCF3AB}" dt="2025-01-13T06:50:22.097" v="55" actId="20577"/>
          <ac:spMkLst>
            <pc:docMk/>
            <pc:sldMk cId="3138423751" sldId="256"/>
            <ac:spMk id="15" creationId="{60BD407C-6347-5349-0870-9CC841310E00}"/>
          </ac:spMkLst>
        </pc:spChg>
        <pc:spChg chg="mod">
          <ac:chgData name="Hapse, Atharv (CSW)" userId="38a84b86-03ad-436d-ac15-c8a2a86a5abe" providerId="ADAL" clId="{4FF233DD-66BB-4EE3-91D8-C3DD3ECCF3AB}" dt="2025-01-28T04:45:16.564" v="63" actId="20577"/>
          <ac:spMkLst>
            <pc:docMk/>
            <pc:sldMk cId="3138423751" sldId="256"/>
            <ac:spMk id="31" creationId="{9BF34CE2-E04B-6692-3AC8-FD0156F79C51}"/>
          </ac:spMkLst>
        </pc:spChg>
        <pc:spChg chg="mod">
          <ac:chgData name="Hapse, Atharv (CSW)" userId="38a84b86-03ad-436d-ac15-c8a2a86a5abe" providerId="ADAL" clId="{4FF233DD-66BB-4EE3-91D8-C3DD3ECCF3AB}" dt="2025-01-28T04:45:13.995" v="62" actId="20577"/>
          <ac:spMkLst>
            <pc:docMk/>
            <pc:sldMk cId="3138423751" sldId="256"/>
            <ac:spMk id="32" creationId="{0F8F3C78-CAFF-1DF7-D821-7B13095A1E95}"/>
          </ac:spMkLst>
        </pc:spChg>
        <pc:spChg chg="mod">
          <ac:chgData name="Hapse, Atharv (CSW)" userId="38a84b86-03ad-436d-ac15-c8a2a86a5abe" providerId="ADAL" clId="{4FF233DD-66BB-4EE3-91D8-C3DD3ECCF3AB}" dt="2025-01-28T04:44:59.237" v="60" actId="20577"/>
          <ac:spMkLst>
            <pc:docMk/>
            <pc:sldMk cId="3138423751" sldId="256"/>
            <ac:spMk id="117" creationId="{30D2FF8B-EEC7-7E2E-BD03-5A1B4894898E}"/>
          </ac:spMkLst>
        </pc:spChg>
        <pc:spChg chg="mod">
          <ac:chgData name="Hapse, Atharv (CSW)" userId="38a84b86-03ad-436d-ac15-c8a2a86a5abe" providerId="ADAL" clId="{4FF233DD-66BB-4EE3-91D8-C3DD3ECCF3AB}" dt="2025-01-28T04:45:00.934" v="61" actId="20577"/>
          <ac:spMkLst>
            <pc:docMk/>
            <pc:sldMk cId="3138423751" sldId="256"/>
            <ac:spMk id="118" creationId="{8D328D4A-CC07-0CD4-9740-F02F3EFBA72D}"/>
          </ac:spMkLst>
        </pc:spChg>
        <pc:cxnChg chg="add mod">
          <ac:chgData name="Hapse, Atharv (CSW)" userId="38a84b86-03ad-436d-ac15-c8a2a86a5abe" providerId="ADAL" clId="{4FF233DD-66BB-4EE3-91D8-C3DD3ECCF3AB}" dt="2025-01-13T06:49:34.431" v="20" actId="1076"/>
          <ac:cxnSpMkLst>
            <pc:docMk/>
            <pc:sldMk cId="3138423751" sldId="256"/>
            <ac:cxnSpMk id="7" creationId="{9482CF56-963A-F62D-DE5F-7E36F3224394}"/>
          </ac:cxnSpMkLst>
        </pc:cxnChg>
        <pc:cxnChg chg="add mod">
          <ac:chgData name="Hapse, Atharv (CSW)" userId="38a84b86-03ad-436d-ac15-c8a2a86a5abe" providerId="ADAL" clId="{4FF233DD-66BB-4EE3-91D8-C3DD3ECCF3AB}" dt="2025-01-13T06:49:36.667" v="21" actId="1076"/>
          <ac:cxnSpMkLst>
            <pc:docMk/>
            <pc:sldMk cId="3138423751" sldId="256"/>
            <ac:cxnSpMk id="8" creationId="{AFCBCE55-0A8D-E515-E2F4-2DAAD9E7DD40}"/>
          </ac:cxnSpMkLst>
        </pc:cxnChg>
        <pc:cxnChg chg="mod">
          <ac:chgData name="Hapse, Atharv (CSW)" userId="38a84b86-03ad-436d-ac15-c8a2a86a5abe" providerId="ADAL" clId="{4FF233DD-66BB-4EE3-91D8-C3DD3ECCF3AB}" dt="2025-01-13T06:49:23.026" v="16" actId="1076"/>
          <ac:cxnSpMkLst>
            <pc:docMk/>
            <pc:sldMk cId="3138423751" sldId="256"/>
            <ac:cxnSpMk id="29" creationId="{97C07C7A-9AE7-22CF-0AA5-0236792056D3}"/>
          </ac:cxnSpMkLst>
        </pc:cxnChg>
        <pc:cxnChg chg="mod">
          <ac:chgData name="Hapse, Atharv (CSW)" userId="38a84b86-03ad-436d-ac15-c8a2a86a5abe" providerId="ADAL" clId="{4FF233DD-66BB-4EE3-91D8-C3DD3ECCF3AB}" dt="2025-01-13T06:49:28.813" v="18" actId="1076"/>
          <ac:cxnSpMkLst>
            <pc:docMk/>
            <pc:sldMk cId="3138423751" sldId="256"/>
            <ac:cxnSpMk id="30" creationId="{1B1E72E7-CAF1-C6E1-B732-771AF9C2BB7B}"/>
          </ac:cxnSpMkLst>
        </pc:cxnChg>
      </pc:sldChg>
    </pc:docChg>
  </pc:docChgLst>
  <pc:docChgLst>
    <pc:chgData name="Nidan, Gajanan" userId="eaa57c11-52bd-4542-8a51-8d715278bd3a" providerId="ADAL" clId="{8915AE04-333C-4B41-8C07-37D870414CA7}"/>
    <pc:docChg chg="custSel modSld sldOrd">
      <pc:chgData name="Nidan, Gajanan" userId="eaa57c11-52bd-4542-8a51-8d715278bd3a" providerId="ADAL" clId="{8915AE04-333C-4B41-8C07-37D870414CA7}" dt="2024-11-26T11:33:40.992" v="495"/>
      <pc:docMkLst>
        <pc:docMk/>
      </pc:docMkLst>
      <pc:sldChg chg="addSp delSp modSp mod">
        <pc:chgData name="Nidan, Gajanan" userId="eaa57c11-52bd-4542-8a51-8d715278bd3a" providerId="ADAL" clId="{8915AE04-333C-4B41-8C07-37D870414CA7}" dt="2024-11-26T07:27:08.971" v="493" actId="313"/>
        <pc:sldMkLst>
          <pc:docMk/>
          <pc:sldMk cId="3138423751" sldId="256"/>
        </pc:sldMkLst>
        <pc:spChg chg="mod">
          <ac:chgData name="Nidan, Gajanan" userId="eaa57c11-52bd-4542-8a51-8d715278bd3a" providerId="ADAL" clId="{8915AE04-333C-4B41-8C07-37D870414CA7}" dt="2024-11-26T07:27:08.971" v="493" actId="313"/>
          <ac:spMkLst>
            <pc:docMk/>
            <pc:sldMk cId="3138423751" sldId="256"/>
            <ac:spMk id="2" creationId="{5C3BC542-2C82-9B06-3805-7B5E5FD89E28}"/>
          </ac:spMkLst>
        </pc:spChg>
        <pc:spChg chg="mod">
          <ac:chgData name="Nidan, Gajanan" userId="eaa57c11-52bd-4542-8a51-8d715278bd3a" providerId="ADAL" clId="{8915AE04-333C-4B41-8C07-37D870414CA7}" dt="2024-11-26T06:33:34.490" v="32" actId="20577"/>
          <ac:spMkLst>
            <pc:docMk/>
            <pc:sldMk cId="3138423751" sldId="256"/>
            <ac:spMk id="8" creationId="{A466A184-6B64-ED20-89AC-B84A017A41C1}"/>
          </ac:spMkLst>
        </pc:spChg>
        <pc:spChg chg="mod">
          <ac:chgData name="Nidan, Gajanan" userId="eaa57c11-52bd-4542-8a51-8d715278bd3a" providerId="ADAL" clId="{8915AE04-333C-4B41-8C07-37D870414CA7}" dt="2024-11-26T06:21:17.007" v="11" actId="14100"/>
          <ac:spMkLst>
            <pc:docMk/>
            <pc:sldMk cId="3138423751" sldId="256"/>
            <ac:spMk id="14" creationId="{32CB8800-D786-09E3-F955-F9E45027D596}"/>
          </ac:spMkLst>
        </pc:spChg>
        <pc:spChg chg="mod">
          <ac:chgData name="Nidan, Gajanan" userId="eaa57c11-52bd-4542-8a51-8d715278bd3a" providerId="ADAL" clId="{8915AE04-333C-4B41-8C07-37D870414CA7}" dt="2024-11-26T07:13:03.249" v="168" actId="14100"/>
          <ac:spMkLst>
            <pc:docMk/>
            <pc:sldMk cId="3138423751" sldId="256"/>
            <ac:spMk id="26" creationId="{8A690E05-429C-04CB-1326-C91C45566159}"/>
          </ac:spMkLst>
        </pc:spChg>
        <pc:spChg chg="mod">
          <ac:chgData name="Nidan, Gajanan" userId="eaa57c11-52bd-4542-8a51-8d715278bd3a" providerId="ADAL" clId="{8915AE04-333C-4B41-8C07-37D870414CA7}" dt="2024-11-26T07:08:13.717" v="98" actId="1037"/>
          <ac:spMkLst>
            <pc:docMk/>
            <pc:sldMk cId="3138423751" sldId="256"/>
            <ac:spMk id="34" creationId="{5B438571-CBFF-96DD-AC1E-94E9DC49F0A9}"/>
          </ac:spMkLst>
        </pc:spChg>
        <pc:spChg chg="mod">
          <ac:chgData name="Nidan, Gajanan" userId="eaa57c11-52bd-4542-8a51-8d715278bd3a" providerId="ADAL" clId="{8915AE04-333C-4B41-8C07-37D870414CA7}" dt="2024-11-26T07:08:54.730" v="150" actId="1076"/>
          <ac:spMkLst>
            <pc:docMk/>
            <pc:sldMk cId="3138423751" sldId="256"/>
            <ac:spMk id="58" creationId="{FD49EC99-946F-B09D-7A94-FCFCFD80CB9A}"/>
          </ac:spMkLst>
        </pc:spChg>
        <pc:spChg chg="mod">
          <ac:chgData name="Nidan, Gajanan" userId="eaa57c11-52bd-4542-8a51-8d715278bd3a" providerId="ADAL" clId="{8915AE04-333C-4B41-8C07-37D870414CA7}" dt="2024-11-26T07:08:50.802" v="149" actId="1076"/>
          <ac:spMkLst>
            <pc:docMk/>
            <pc:sldMk cId="3138423751" sldId="256"/>
            <ac:spMk id="59" creationId="{338A5B19-C649-5B6E-6946-14A13AC30F61}"/>
          </ac:spMkLst>
        </pc:spChg>
        <pc:spChg chg="mod">
          <ac:chgData name="Nidan, Gajanan" userId="eaa57c11-52bd-4542-8a51-8d715278bd3a" providerId="ADAL" clId="{8915AE04-333C-4B41-8C07-37D870414CA7}" dt="2024-11-26T06:21:26.744" v="14" actId="1076"/>
          <ac:spMkLst>
            <pc:docMk/>
            <pc:sldMk cId="3138423751" sldId="256"/>
            <ac:spMk id="93" creationId="{497CFC44-0F58-E32B-DE74-73C6B5CEBA30}"/>
          </ac:spMkLst>
        </pc:spChg>
        <pc:spChg chg="add mod">
          <ac:chgData name="Nidan, Gajanan" userId="eaa57c11-52bd-4542-8a51-8d715278bd3a" providerId="ADAL" clId="{8915AE04-333C-4B41-8C07-37D870414CA7}" dt="2024-11-26T07:13:43.340" v="179" actId="20577"/>
          <ac:spMkLst>
            <pc:docMk/>
            <pc:sldMk cId="3138423751" sldId="256"/>
            <ac:spMk id="99" creationId="{31115117-8833-70F6-1A9E-071D1FB92877}"/>
          </ac:spMkLst>
        </pc:spChg>
        <pc:spChg chg="mod">
          <ac:chgData name="Nidan, Gajanan" userId="eaa57c11-52bd-4542-8a51-8d715278bd3a" providerId="ADAL" clId="{8915AE04-333C-4B41-8C07-37D870414CA7}" dt="2024-11-26T07:23:24.125" v="415" actId="20577"/>
          <ac:spMkLst>
            <pc:docMk/>
            <pc:sldMk cId="3138423751" sldId="256"/>
            <ac:spMk id="132" creationId="{B5914F24-452C-76B7-F6EF-8728BA302E48}"/>
          </ac:spMkLst>
        </pc:spChg>
        <pc:spChg chg="add mod">
          <ac:chgData name="Nidan, Gajanan" userId="eaa57c11-52bd-4542-8a51-8d715278bd3a" providerId="ADAL" clId="{8915AE04-333C-4B41-8C07-37D870414CA7}" dt="2024-11-26T07:16:58.994" v="200" actId="1076"/>
          <ac:spMkLst>
            <pc:docMk/>
            <pc:sldMk cId="3138423751" sldId="256"/>
            <ac:spMk id="133" creationId="{F5605297-D5FC-1F10-1733-824CE7EDE494}"/>
          </ac:spMkLst>
        </pc:spChg>
        <pc:spChg chg="add mod">
          <ac:chgData name="Nidan, Gajanan" userId="eaa57c11-52bd-4542-8a51-8d715278bd3a" providerId="ADAL" clId="{8915AE04-333C-4B41-8C07-37D870414CA7}" dt="2024-11-26T07:16:58.994" v="200" actId="1076"/>
          <ac:spMkLst>
            <pc:docMk/>
            <pc:sldMk cId="3138423751" sldId="256"/>
            <ac:spMk id="134" creationId="{5816D6D7-7363-0655-E0E3-6120962165FF}"/>
          </ac:spMkLst>
        </pc:spChg>
        <pc:spChg chg="add mod">
          <ac:chgData name="Nidan, Gajanan" userId="eaa57c11-52bd-4542-8a51-8d715278bd3a" providerId="ADAL" clId="{8915AE04-333C-4B41-8C07-37D870414CA7}" dt="2024-11-26T07:16:58.994" v="200" actId="1076"/>
          <ac:spMkLst>
            <pc:docMk/>
            <pc:sldMk cId="3138423751" sldId="256"/>
            <ac:spMk id="136" creationId="{BF8DA4FA-8C45-6383-1959-D6845A0C7612}"/>
          </ac:spMkLst>
        </pc:spChg>
        <pc:spChg chg="add mod">
          <ac:chgData name="Nidan, Gajanan" userId="eaa57c11-52bd-4542-8a51-8d715278bd3a" providerId="ADAL" clId="{8915AE04-333C-4B41-8C07-37D870414CA7}" dt="2024-11-26T07:16:58.994" v="200" actId="1076"/>
          <ac:spMkLst>
            <pc:docMk/>
            <pc:sldMk cId="3138423751" sldId="256"/>
            <ac:spMk id="144" creationId="{D3A1FF98-B890-5509-B3CB-244A42AEF357}"/>
          </ac:spMkLst>
        </pc:spChg>
        <pc:spChg chg="add mod">
          <ac:chgData name="Nidan, Gajanan" userId="eaa57c11-52bd-4542-8a51-8d715278bd3a" providerId="ADAL" clId="{8915AE04-333C-4B41-8C07-37D870414CA7}" dt="2024-11-26T07:21:00.688" v="370" actId="1076"/>
          <ac:spMkLst>
            <pc:docMk/>
            <pc:sldMk cId="3138423751" sldId="256"/>
            <ac:spMk id="147" creationId="{DC9024E7-3326-8937-B341-E557E5FA6529}"/>
          </ac:spMkLst>
        </pc:spChg>
        <pc:spChg chg="add mod">
          <ac:chgData name="Nidan, Gajanan" userId="eaa57c11-52bd-4542-8a51-8d715278bd3a" providerId="ADAL" clId="{8915AE04-333C-4B41-8C07-37D870414CA7}" dt="2024-11-26T07:21:00.688" v="370" actId="1076"/>
          <ac:spMkLst>
            <pc:docMk/>
            <pc:sldMk cId="3138423751" sldId="256"/>
            <ac:spMk id="148" creationId="{8BAA1B46-8D7C-82DF-C2F5-46EC1103FCD3}"/>
          </ac:spMkLst>
        </pc:spChg>
        <pc:spChg chg="add mod">
          <ac:chgData name="Nidan, Gajanan" userId="eaa57c11-52bd-4542-8a51-8d715278bd3a" providerId="ADAL" clId="{8915AE04-333C-4B41-8C07-37D870414CA7}" dt="2024-11-26T07:21:26.755" v="395" actId="20577"/>
          <ac:spMkLst>
            <pc:docMk/>
            <pc:sldMk cId="3138423751" sldId="256"/>
            <ac:spMk id="149" creationId="{9C9D4791-736E-4CAA-B33E-4F41A703FDAF}"/>
          </ac:spMkLst>
        </pc:spChg>
        <pc:spChg chg="add mod">
          <ac:chgData name="Nidan, Gajanan" userId="eaa57c11-52bd-4542-8a51-8d715278bd3a" providerId="ADAL" clId="{8915AE04-333C-4B41-8C07-37D870414CA7}" dt="2024-11-26T07:22:42.857" v="404" actId="207"/>
          <ac:spMkLst>
            <pc:docMk/>
            <pc:sldMk cId="3138423751" sldId="256"/>
            <ac:spMk id="154" creationId="{9111283A-22AA-5930-6F32-C9C015016B5F}"/>
          </ac:spMkLst>
        </pc:spChg>
        <pc:spChg chg="add mod">
          <ac:chgData name="Nidan, Gajanan" userId="eaa57c11-52bd-4542-8a51-8d715278bd3a" providerId="ADAL" clId="{8915AE04-333C-4B41-8C07-37D870414CA7}" dt="2024-11-26T07:22:55.611" v="406" actId="1076"/>
          <ac:spMkLst>
            <pc:docMk/>
            <pc:sldMk cId="3138423751" sldId="256"/>
            <ac:spMk id="155" creationId="{BBD746FF-0E6E-196C-6024-3C561404DE35}"/>
          </ac:spMkLst>
        </pc:spChg>
        <pc:spChg chg="add mod">
          <ac:chgData name="Nidan, Gajanan" userId="eaa57c11-52bd-4542-8a51-8d715278bd3a" providerId="ADAL" clId="{8915AE04-333C-4B41-8C07-37D870414CA7}" dt="2024-11-26T07:25:15.290" v="451" actId="207"/>
          <ac:spMkLst>
            <pc:docMk/>
            <pc:sldMk cId="3138423751" sldId="256"/>
            <ac:spMk id="156" creationId="{A90EE514-09F3-61AA-E9C3-5DF768E6FE57}"/>
          </ac:spMkLst>
        </pc:spChg>
        <pc:spChg chg="add mod">
          <ac:chgData name="Nidan, Gajanan" userId="eaa57c11-52bd-4542-8a51-8d715278bd3a" providerId="ADAL" clId="{8915AE04-333C-4B41-8C07-37D870414CA7}" dt="2024-11-26T07:25:27.778" v="452" actId="207"/>
          <ac:spMkLst>
            <pc:docMk/>
            <pc:sldMk cId="3138423751" sldId="256"/>
            <ac:spMk id="157" creationId="{3FA0299E-D2ED-CA26-3A03-AA599E256889}"/>
          </ac:spMkLst>
        </pc:spChg>
        <pc:cxnChg chg="mod">
          <ac:chgData name="Nidan, Gajanan" userId="eaa57c11-52bd-4542-8a51-8d715278bd3a" providerId="ADAL" clId="{8915AE04-333C-4B41-8C07-37D870414CA7}" dt="2024-11-26T07:08:22.615" v="112" actId="1037"/>
          <ac:cxnSpMkLst>
            <pc:docMk/>
            <pc:sldMk cId="3138423751" sldId="256"/>
            <ac:cxnSpMk id="12" creationId="{37365F91-6B87-D392-187C-B620360F3CE0}"/>
          </ac:cxnSpMkLst>
        </pc:cxnChg>
        <pc:cxnChg chg="mod">
          <ac:chgData name="Nidan, Gajanan" userId="eaa57c11-52bd-4542-8a51-8d715278bd3a" providerId="ADAL" clId="{8915AE04-333C-4B41-8C07-37D870414CA7}" dt="2024-11-26T07:08:22.615" v="112" actId="1037"/>
          <ac:cxnSpMkLst>
            <pc:docMk/>
            <pc:sldMk cId="3138423751" sldId="256"/>
            <ac:cxnSpMk id="17" creationId="{CE17A762-B814-AB5F-5C0C-40B4583113C7}"/>
          </ac:cxnSpMkLst>
        </pc:cxnChg>
        <pc:cxnChg chg="mod">
          <ac:chgData name="Nidan, Gajanan" userId="eaa57c11-52bd-4542-8a51-8d715278bd3a" providerId="ADAL" clId="{8915AE04-333C-4B41-8C07-37D870414CA7}" dt="2024-11-26T07:08:22.615" v="112" actId="1037"/>
          <ac:cxnSpMkLst>
            <pc:docMk/>
            <pc:sldMk cId="3138423751" sldId="256"/>
            <ac:cxnSpMk id="18" creationId="{7064E87D-5CED-4AE5-3681-E0D4A93D4F54}"/>
          </ac:cxnSpMkLst>
        </pc:cxnChg>
        <pc:cxnChg chg="mod">
          <ac:chgData name="Nidan, Gajanan" userId="eaa57c11-52bd-4542-8a51-8d715278bd3a" providerId="ADAL" clId="{8915AE04-333C-4B41-8C07-37D870414CA7}" dt="2024-11-26T07:08:22.615" v="112" actId="1037"/>
          <ac:cxnSpMkLst>
            <pc:docMk/>
            <pc:sldMk cId="3138423751" sldId="256"/>
            <ac:cxnSpMk id="19" creationId="{0F1FCE64-0569-08D4-B5C5-471CEC9A3155}"/>
          </ac:cxnSpMkLst>
        </pc:cxnChg>
        <pc:cxnChg chg="mod">
          <ac:chgData name="Nidan, Gajanan" userId="eaa57c11-52bd-4542-8a51-8d715278bd3a" providerId="ADAL" clId="{8915AE04-333C-4B41-8C07-37D870414CA7}" dt="2024-11-26T06:21:43.602" v="17" actId="14100"/>
          <ac:cxnSpMkLst>
            <pc:docMk/>
            <pc:sldMk cId="3138423751" sldId="256"/>
            <ac:cxnSpMk id="33" creationId="{4D76ECC8-C73F-8123-AAB7-E9B6C1116530}"/>
          </ac:cxnSpMkLst>
        </pc:cxnChg>
        <pc:cxnChg chg="add mod">
          <ac:chgData name="Nidan, Gajanan" userId="eaa57c11-52bd-4542-8a51-8d715278bd3a" providerId="ADAL" clId="{8915AE04-333C-4B41-8C07-37D870414CA7}" dt="2024-11-26T07:14:40.165" v="180" actId="1036"/>
          <ac:cxnSpMkLst>
            <pc:docMk/>
            <pc:sldMk cId="3138423751" sldId="256"/>
            <ac:cxnSpMk id="36" creationId="{6BCC2D3D-7F2E-E9CE-37FD-6CD2949DC7FC}"/>
          </ac:cxnSpMkLst>
        </pc:cxnChg>
        <pc:cxnChg chg="add mod">
          <ac:chgData name="Nidan, Gajanan" userId="eaa57c11-52bd-4542-8a51-8d715278bd3a" providerId="ADAL" clId="{8915AE04-333C-4B41-8C07-37D870414CA7}" dt="2024-11-26T07:10:41.247" v="167" actId="692"/>
          <ac:cxnSpMkLst>
            <pc:docMk/>
            <pc:sldMk cId="3138423751" sldId="256"/>
            <ac:cxnSpMk id="73" creationId="{E7CF6C5D-5A3B-D58D-A6AF-902679EAC0B3}"/>
          </ac:cxnSpMkLst>
        </pc:cxnChg>
        <pc:cxnChg chg="add mod">
          <ac:chgData name="Nidan, Gajanan" userId="eaa57c11-52bd-4542-8a51-8d715278bd3a" providerId="ADAL" clId="{8915AE04-333C-4B41-8C07-37D870414CA7}" dt="2024-11-26T07:13:26.788" v="170" actId="1076"/>
          <ac:cxnSpMkLst>
            <pc:docMk/>
            <pc:sldMk cId="3138423751" sldId="256"/>
            <ac:cxnSpMk id="91" creationId="{F6850262-FB71-11D4-47D2-A0943920063E}"/>
          </ac:cxnSpMkLst>
        </pc:cxnChg>
        <pc:cxnChg chg="del">
          <ac:chgData name="Nidan, Gajanan" userId="eaa57c11-52bd-4542-8a51-8d715278bd3a" providerId="ADAL" clId="{8915AE04-333C-4B41-8C07-37D870414CA7}" dt="2024-11-26T07:10:22.419" v="163" actId="478"/>
          <ac:cxnSpMkLst>
            <pc:docMk/>
            <pc:sldMk cId="3138423751" sldId="256"/>
            <ac:cxnSpMk id="101" creationId="{91CB1F07-D99C-05EC-62AB-BF6B32877549}"/>
          </ac:cxnSpMkLst>
        </pc:cxnChg>
        <pc:cxnChg chg="mod">
          <ac:chgData name="Nidan, Gajanan" userId="eaa57c11-52bd-4542-8a51-8d715278bd3a" providerId="ADAL" clId="{8915AE04-333C-4B41-8C07-37D870414CA7}" dt="2024-11-26T07:08:34.822" v="133" actId="1038"/>
          <ac:cxnSpMkLst>
            <pc:docMk/>
            <pc:sldMk cId="3138423751" sldId="256"/>
            <ac:cxnSpMk id="105" creationId="{3ECDB3EB-3644-F2E0-F66A-1E6CA1003890}"/>
          </ac:cxnSpMkLst>
        </pc:cxnChg>
        <pc:cxnChg chg="mod">
          <ac:chgData name="Nidan, Gajanan" userId="eaa57c11-52bd-4542-8a51-8d715278bd3a" providerId="ADAL" clId="{8915AE04-333C-4B41-8C07-37D870414CA7}" dt="2024-11-26T07:08:34.822" v="133" actId="1038"/>
          <ac:cxnSpMkLst>
            <pc:docMk/>
            <pc:sldMk cId="3138423751" sldId="256"/>
            <ac:cxnSpMk id="106" creationId="{BD9C7765-AB4B-C937-D6A2-B6B7DE4BD5EF}"/>
          </ac:cxnSpMkLst>
        </pc:cxnChg>
        <pc:cxnChg chg="mod">
          <ac:chgData name="Nidan, Gajanan" userId="eaa57c11-52bd-4542-8a51-8d715278bd3a" providerId="ADAL" clId="{8915AE04-333C-4B41-8C07-37D870414CA7}" dt="2024-11-26T07:08:34.822" v="133" actId="1038"/>
          <ac:cxnSpMkLst>
            <pc:docMk/>
            <pc:sldMk cId="3138423751" sldId="256"/>
            <ac:cxnSpMk id="107" creationId="{58AE154E-7343-F126-6D78-FF384C88FBFD}"/>
          </ac:cxnSpMkLst>
        </pc:cxnChg>
        <pc:cxnChg chg="add mod">
          <ac:chgData name="Nidan, Gajanan" userId="eaa57c11-52bd-4542-8a51-8d715278bd3a" providerId="ADAL" clId="{8915AE04-333C-4B41-8C07-37D870414CA7}" dt="2024-11-26T07:16:41.563" v="199" actId="14100"/>
          <ac:cxnSpMkLst>
            <pc:docMk/>
            <pc:sldMk cId="3138423751" sldId="256"/>
            <ac:cxnSpMk id="123" creationId="{0BBEC80E-5811-AA15-64E9-2A9211C4E56F}"/>
          </ac:cxnSpMkLst>
        </pc:cxnChg>
        <pc:cxnChg chg="add mod">
          <ac:chgData name="Nidan, Gajanan" userId="eaa57c11-52bd-4542-8a51-8d715278bd3a" providerId="ADAL" clId="{8915AE04-333C-4B41-8C07-37D870414CA7}" dt="2024-11-26T07:16:41.563" v="199" actId="14100"/>
          <ac:cxnSpMkLst>
            <pc:docMk/>
            <pc:sldMk cId="3138423751" sldId="256"/>
            <ac:cxnSpMk id="125" creationId="{A41861F4-B883-19C0-56B6-8A9B01699F6E}"/>
          </ac:cxnSpMkLst>
        </pc:cxnChg>
        <pc:cxnChg chg="add mod">
          <ac:chgData name="Nidan, Gajanan" userId="eaa57c11-52bd-4542-8a51-8d715278bd3a" providerId="ADAL" clId="{8915AE04-333C-4B41-8C07-37D870414CA7}" dt="2024-11-26T07:16:41.563" v="199" actId="14100"/>
          <ac:cxnSpMkLst>
            <pc:docMk/>
            <pc:sldMk cId="3138423751" sldId="256"/>
            <ac:cxnSpMk id="127" creationId="{426E6F55-E05E-1647-C274-5E9AABCD7412}"/>
          </ac:cxnSpMkLst>
        </pc:cxnChg>
        <pc:cxnChg chg="add mod">
          <ac:chgData name="Nidan, Gajanan" userId="eaa57c11-52bd-4542-8a51-8d715278bd3a" providerId="ADAL" clId="{8915AE04-333C-4B41-8C07-37D870414CA7}" dt="2024-11-26T07:16:41.563" v="199" actId="14100"/>
          <ac:cxnSpMkLst>
            <pc:docMk/>
            <pc:sldMk cId="3138423751" sldId="256"/>
            <ac:cxnSpMk id="129" creationId="{93C8C67E-D5DE-59C3-55A1-9657E5B9B7E0}"/>
          </ac:cxnSpMkLst>
        </pc:cxnChg>
        <pc:cxnChg chg="add mod">
          <ac:chgData name="Nidan, Gajanan" userId="eaa57c11-52bd-4542-8a51-8d715278bd3a" providerId="ADAL" clId="{8915AE04-333C-4B41-8C07-37D870414CA7}" dt="2024-11-26T07:21:00.688" v="370" actId="1076"/>
          <ac:cxnSpMkLst>
            <pc:docMk/>
            <pc:sldMk cId="3138423751" sldId="256"/>
            <ac:cxnSpMk id="145" creationId="{8C6193F8-9B58-7E02-C986-C849E229E876}"/>
          </ac:cxnSpMkLst>
        </pc:cxnChg>
        <pc:cxnChg chg="add mod">
          <ac:chgData name="Nidan, Gajanan" userId="eaa57c11-52bd-4542-8a51-8d715278bd3a" providerId="ADAL" clId="{8915AE04-333C-4B41-8C07-37D870414CA7}" dt="2024-11-26T07:21:00.688" v="370" actId="1076"/>
          <ac:cxnSpMkLst>
            <pc:docMk/>
            <pc:sldMk cId="3138423751" sldId="256"/>
            <ac:cxnSpMk id="146" creationId="{ED4BE403-A65E-FA8B-E0C8-DDDCFE931061}"/>
          </ac:cxnSpMkLst>
        </pc:cxnChg>
        <pc:cxnChg chg="add mod">
          <ac:chgData name="Nidan, Gajanan" userId="eaa57c11-52bd-4542-8a51-8d715278bd3a" providerId="ADAL" clId="{8915AE04-333C-4B41-8C07-37D870414CA7}" dt="2024-11-26T07:21:57.699" v="398" actId="1076"/>
          <ac:cxnSpMkLst>
            <pc:docMk/>
            <pc:sldMk cId="3138423751" sldId="256"/>
            <ac:cxnSpMk id="151" creationId="{E29BB77F-D9E0-D3E9-F4F7-7F354A669B5E}"/>
          </ac:cxnSpMkLst>
        </pc:cxnChg>
        <pc:cxnChg chg="add mod">
          <ac:chgData name="Nidan, Gajanan" userId="eaa57c11-52bd-4542-8a51-8d715278bd3a" providerId="ADAL" clId="{8915AE04-333C-4B41-8C07-37D870414CA7}" dt="2024-11-26T07:22:13.377" v="400" actId="692"/>
          <ac:cxnSpMkLst>
            <pc:docMk/>
            <pc:sldMk cId="3138423751" sldId="256"/>
            <ac:cxnSpMk id="153" creationId="{AC6024E2-D991-40C9-902B-2298C2104C11}"/>
          </ac:cxnSpMkLst>
        </pc:cxnChg>
      </pc:sldChg>
      <pc:sldChg chg="addSp modSp mod ord">
        <pc:chgData name="Nidan, Gajanan" userId="eaa57c11-52bd-4542-8a51-8d715278bd3a" providerId="ADAL" clId="{8915AE04-333C-4B41-8C07-37D870414CA7}" dt="2024-11-26T11:33:40.992" v="495"/>
        <pc:sldMkLst>
          <pc:docMk/>
          <pc:sldMk cId="3902055865" sldId="258"/>
        </pc:sldMkLst>
        <pc:spChg chg="add mod">
          <ac:chgData name="Nidan, Gajanan" userId="eaa57c11-52bd-4542-8a51-8d715278bd3a" providerId="ADAL" clId="{8915AE04-333C-4B41-8C07-37D870414CA7}" dt="2024-11-26T07:19:01.805" v="324" actId="113"/>
          <ac:spMkLst>
            <pc:docMk/>
            <pc:sldMk cId="3902055865" sldId="258"/>
            <ac:spMk id="2" creationId="{FA8FDB65-B383-40EE-E13E-767E6F90E904}"/>
          </ac:spMkLst>
        </pc:spChg>
        <pc:spChg chg="mod">
          <ac:chgData name="Nidan, Gajanan" userId="eaa57c11-52bd-4542-8a51-8d715278bd3a" providerId="ADAL" clId="{8915AE04-333C-4B41-8C07-37D870414CA7}" dt="2024-11-26T07:17:49.477" v="257" actId="20577"/>
          <ac:spMkLst>
            <pc:docMk/>
            <pc:sldMk cId="3902055865" sldId="258"/>
            <ac:spMk id="3" creationId="{DCDC5BD5-3004-4348-9EF4-1B8D916D75F9}"/>
          </ac:spMkLst>
        </pc:spChg>
      </pc:sldChg>
      <pc:sldChg chg="modSp mod">
        <pc:chgData name="Nidan, Gajanan" userId="eaa57c11-52bd-4542-8a51-8d715278bd3a" providerId="ADAL" clId="{8915AE04-333C-4B41-8C07-37D870414CA7}" dt="2024-11-26T06:50:05.196" v="85" actId="20577"/>
        <pc:sldMkLst>
          <pc:docMk/>
          <pc:sldMk cId="2571055565" sldId="259"/>
        </pc:sldMkLst>
        <pc:spChg chg="mod">
          <ac:chgData name="Nidan, Gajanan" userId="eaa57c11-52bd-4542-8a51-8d715278bd3a" providerId="ADAL" clId="{8915AE04-333C-4B41-8C07-37D870414CA7}" dt="2024-11-26T06:50:05.196" v="85" actId="20577"/>
          <ac:spMkLst>
            <pc:docMk/>
            <pc:sldMk cId="2571055565" sldId="259"/>
            <ac:spMk id="6" creationId="{BD0A0A8C-2373-98A9-1DFC-02ED5A5D5CAF}"/>
          </ac:spMkLst>
        </pc:spChg>
      </pc:sldChg>
    </pc:docChg>
  </pc:docChgLst>
  <pc:docChgLst>
    <pc:chgData name="Nidan, Gajanan" userId="eaa57c11-52bd-4542-8a51-8d715278bd3a" providerId="ADAL" clId="{A5904FCF-776C-4E03-8ACD-408E30A79743}"/>
    <pc:docChg chg="undo redo custSel addSld delSld modSld sldOrd">
      <pc:chgData name="Nidan, Gajanan" userId="eaa57c11-52bd-4542-8a51-8d715278bd3a" providerId="ADAL" clId="{A5904FCF-776C-4E03-8ACD-408E30A79743}" dt="2024-09-10T14:12:51.208" v="2912" actId="207"/>
      <pc:docMkLst>
        <pc:docMk/>
      </pc:docMkLst>
      <pc:sldChg chg="addSp delSp modSp new mod">
        <pc:chgData name="Nidan, Gajanan" userId="eaa57c11-52bd-4542-8a51-8d715278bd3a" providerId="ADAL" clId="{A5904FCF-776C-4E03-8ACD-408E30A79743}" dt="2024-09-10T14:05:56.156" v="2794" actId="115"/>
        <pc:sldMkLst>
          <pc:docMk/>
          <pc:sldMk cId="3138423751" sldId="256"/>
        </pc:sldMkLst>
        <pc:spChg chg="mod">
          <ac:chgData name="Nidan, Gajanan" userId="eaa57c11-52bd-4542-8a51-8d715278bd3a" providerId="ADAL" clId="{A5904FCF-776C-4E03-8ACD-408E30A79743}" dt="2024-09-10T14:05:56.156" v="2794" actId="115"/>
          <ac:spMkLst>
            <pc:docMk/>
            <pc:sldMk cId="3138423751" sldId="256"/>
            <ac:spMk id="2" creationId="{5C3BC542-2C82-9B06-3805-7B5E5FD89E28}"/>
          </ac:spMkLst>
        </pc:spChg>
        <pc:spChg chg="del">
          <ac:chgData name="Nidan, Gajanan" userId="eaa57c11-52bd-4542-8a51-8d715278bd3a" providerId="ADAL" clId="{A5904FCF-776C-4E03-8ACD-408E30A79743}" dt="2024-09-02T06:53:01.333" v="1" actId="478"/>
          <ac:spMkLst>
            <pc:docMk/>
            <pc:sldMk cId="3138423751" sldId="256"/>
            <ac:spMk id="3" creationId="{071C169A-B861-C14B-318A-A0BFD2EA1200}"/>
          </ac:spMkLst>
        </pc:spChg>
        <pc:spChg chg="add mod topLvl">
          <ac:chgData name="Nidan, Gajanan" userId="eaa57c11-52bd-4542-8a51-8d715278bd3a" providerId="ADAL" clId="{A5904FCF-776C-4E03-8ACD-408E30A79743}" dt="2024-09-10T13:57:02.065" v="2612" actId="20577"/>
          <ac:spMkLst>
            <pc:docMk/>
            <pc:sldMk cId="3138423751" sldId="256"/>
            <ac:spMk id="4" creationId="{430CAE6C-CB5B-D7AA-8D4C-343D098EEE99}"/>
          </ac:spMkLst>
        </pc:spChg>
        <pc:spChg chg="add mod topLvl">
          <ac:chgData name="Nidan, Gajanan" userId="eaa57c11-52bd-4542-8a51-8d715278bd3a" providerId="ADAL" clId="{A5904FCF-776C-4E03-8ACD-408E30A79743}" dt="2024-09-10T13:49:43.249" v="2432" actId="108"/>
          <ac:spMkLst>
            <pc:docMk/>
            <pc:sldMk cId="3138423751" sldId="256"/>
            <ac:spMk id="5" creationId="{EE596DA3-1280-4487-CDFD-A11A239AECA5}"/>
          </ac:spMkLst>
        </pc:spChg>
        <pc:spChg chg="add mod topLvl">
          <ac:chgData name="Nidan, Gajanan" userId="eaa57c11-52bd-4542-8a51-8d715278bd3a" providerId="ADAL" clId="{A5904FCF-776C-4E03-8ACD-408E30A79743}" dt="2024-09-10T13:50:24.194" v="2445" actId="255"/>
          <ac:spMkLst>
            <pc:docMk/>
            <pc:sldMk cId="3138423751" sldId="256"/>
            <ac:spMk id="6" creationId="{D6B8D65F-00BA-13A8-30FA-F050571FE6B5}"/>
          </ac:spMkLst>
        </pc:spChg>
        <pc:spChg chg="add mod topLvl">
          <ac:chgData name="Nidan, Gajanan" userId="eaa57c11-52bd-4542-8a51-8d715278bd3a" providerId="ADAL" clId="{A5904FCF-776C-4E03-8ACD-408E30A79743}" dt="2024-09-10T13:58:05.883" v="2638" actId="14100"/>
          <ac:spMkLst>
            <pc:docMk/>
            <pc:sldMk cId="3138423751" sldId="256"/>
            <ac:spMk id="7" creationId="{47C1E7CE-8678-34AC-ED9C-B75AA6385885}"/>
          </ac:spMkLst>
        </pc:spChg>
        <pc:spChg chg="add mod topLvl">
          <ac:chgData name="Nidan, Gajanan" userId="eaa57c11-52bd-4542-8a51-8d715278bd3a" providerId="ADAL" clId="{A5904FCF-776C-4E03-8ACD-408E30A79743}" dt="2024-09-10T13:49:47.884" v="2437" actId="108"/>
          <ac:spMkLst>
            <pc:docMk/>
            <pc:sldMk cId="3138423751" sldId="256"/>
            <ac:spMk id="8" creationId="{A466A184-6B64-ED20-89AC-B84A017A41C1}"/>
          </ac:spMkLst>
        </pc:spChg>
        <pc:spChg chg="add mod topLvl">
          <ac:chgData name="Nidan, Gajanan" userId="eaa57c11-52bd-4542-8a51-8d715278bd3a" providerId="ADAL" clId="{A5904FCF-776C-4E03-8ACD-408E30A79743}" dt="2024-09-10T13:49:47.184" v="2436" actId="108"/>
          <ac:spMkLst>
            <pc:docMk/>
            <pc:sldMk cId="3138423751" sldId="256"/>
            <ac:spMk id="9" creationId="{801897C5-8E07-9402-A0E7-F588BA0DC03C}"/>
          </ac:spMkLst>
        </pc:spChg>
        <pc:spChg chg="add mod topLvl">
          <ac:chgData name="Nidan, Gajanan" userId="eaa57c11-52bd-4542-8a51-8d715278bd3a" providerId="ADAL" clId="{A5904FCF-776C-4E03-8ACD-408E30A79743}" dt="2024-09-10T13:57:58.954" v="2637" actId="14100"/>
          <ac:spMkLst>
            <pc:docMk/>
            <pc:sldMk cId="3138423751" sldId="256"/>
            <ac:spMk id="10" creationId="{674DA0CE-D6D2-2165-6EE1-A7684DD7FFC8}"/>
          </ac:spMkLst>
        </pc:spChg>
        <pc:spChg chg="add mod topLvl">
          <ac:chgData name="Nidan, Gajanan" userId="eaa57c11-52bd-4542-8a51-8d715278bd3a" providerId="ADAL" clId="{A5904FCF-776C-4E03-8ACD-408E30A79743}" dt="2024-09-10T13:49:45.426" v="2434" actId="108"/>
          <ac:spMkLst>
            <pc:docMk/>
            <pc:sldMk cId="3138423751" sldId="256"/>
            <ac:spMk id="11" creationId="{1FB67CF3-0BDD-4020-7C92-AB292D0D5295}"/>
          </ac:spMkLst>
        </pc:spChg>
        <pc:spChg chg="add mod topLvl">
          <ac:chgData name="Nidan, Gajanan" userId="eaa57c11-52bd-4542-8a51-8d715278bd3a" providerId="ADAL" clId="{A5904FCF-776C-4E03-8ACD-408E30A79743}" dt="2024-09-10T14:00:22.778" v="2696" actId="14100"/>
          <ac:spMkLst>
            <pc:docMk/>
            <pc:sldMk cId="3138423751" sldId="256"/>
            <ac:spMk id="13" creationId="{1C5165BE-0FD9-3820-B36E-446550194B9A}"/>
          </ac:spMkLst>
        </pc:spChg>
        <pc:spChg chg="add mod topLvl">
          <ac:chgData name="Nidan, Gajanan" userId="eaa57c11-52bd-4542-8a51-8d715278bd3a" providerId="ADAL" clId="{A5904FCF-776C-4E03-8ACD-408E30A79743}" dt="2024-09-10T13:49:36.828" v="2428" actId="207"/>
          <ac:spMkLst>
            <pc:docMk/>
            <pc:sldMk cId="3138423751" sldId="256"/>
            <ac:spMk id="14" creationId="{32CB8800-D786-09E3-F955-F9E45027D596}"/>
          </ac:spMkLst>
        </pc:spChg>
        <pc:spChg chg="add mod topLvl">
          <ac:chgData name="Nidan, Gajanan" userId="eaa57c11-52bd-4542-8a51-8d715278bd3a" providerId="ADAL" clId="{A5904FCF-776C-4E03-8ACD-408E30A79743}" dt="2024-09-10T13:49:44.341" v="2433" actId="108"/>
          <ac:spMkLst>
            <pc:docMk/>
            <pc:sldMk cId="3138423751" sldId="256"/>
            <ac:spMk id="21" creationId="{99003C90-5840-1518-3EDE-39BB0D7875C2}"/>
          </ac:spMkLst>
        </pc:spChg>
        <pc:spChg chg="add mod topLvl">
          <ac:chgData name="Nidan, Gajanan" userId="eaa57c11-52bd-4542-8a51-8d715278bd3a" providerId="ADAL" clId="{A5904FCF-776C-4E03-8ACD-408E30A79743}" dt="2024-09-10T13:49:42.321" v="2431" actId="108"/>
          <ac:spMkLst>
            <pc:docMk/>
            <pc:sldMk cId="3138423751" sldId="256"/>
            <ac:spMk id="24" creationId="{A2162CCE-74B9-01F3-569C-9286AE2D665B}"/>
          </ac:spMkLst>
        </pc:spChg>
        <pc:spChg chg="add mod topLvl">
          <ac:chgData name="Nidan, Gajanan" userId="eaa57c11-52bd-4542-8a51-8d715278bd3a" providerId="ADAL" clId="{A5904FCF-776C-4E03-8ACD-408E30A79743}" dt="2024-09-10T13:49:46.271" v="2435" actId="108"/>
          <ac:spMkLst>
            <pc:docMk/>
            <pc:sldMk cId="3138423751" sldId="256"/>
            <ac:spMk id="26" creationId="{8A690E05-429C-04CB-1326-C91C45566159}"/>
          </ac:spMkLst>
        </pc:spChg>
        <pc:spChg chg="add mod topLvl">
          <ac:chgData name="Nidan, Gajanan" userId="eaa57c11-52bd-4542-8a51-8d715278bd3a" providerId="ADAL" clId="{A5904FCF-776C-4E03-8ACD-408E30A79743}" dt="2024-09-10T14:00:16.385" v="2695" actId="1038"/>
          <ac:spMkLst>
            <pc:docMk/>
            <pc:sldMk cId="3138423751" sldId="256"/>
            <ac:spMk id="54" creationId="{D04DD31A-E338-09C7-C23B-F4C4B2F5998F}"/>
          </ac:spMkLst>
        </pc:spChg>
        <pc:spChg chg="add mod topLvl">
          <ac:chgData name="Nidan, Gajanan" userId="eaa57c11-52bd-4542-8a51-8d715278bd3a" providerId="ADAL" clId="{A5904FCF-776C-4E03-8ACD-408E30A79743}" dt="2024-09-10T14:00:16.385" v="2695" actId="1038"/>
          <ac:spMkLst>
            <pc:docMk/>
            <pc:sldMk cId="3138423751" sldId="256"/>
            <ac:spMk id="55" creationId="{E7EDFE5A-4EC4-904D-D8F0-D8644A049ECF}"/>
          </ac:spMkLst>
        </pc:spChg>
        <pc:spChg chg="add mod topLvl">
          <ac:chgData name="Nidan, Gajanan" userId="eaa57c11-52bd-4542-8a51-8d715278bd3a" providerId="ADAL" clId="{A5904FCF-776C-4E03-8ACD-408E30A79743}" dt="2024-09-10T14:00:16.385" v="2695" actId="1038"/>
          <ac:spMkLst>
            <pc:docMk/>
            <pc:sldMk cId="3138423751" sldId="256"/>
            <ac:spMk id="56" creationId="{4FF9C650-D27B-DE75-B291-BD67ED32D002}"/>
          </ac:spMkLst>
        </pc:spChg>
        <pc:spChg chg="add mod topLvl">
          <ac:chgData name="Nidan, Gajanan" userId="eaa57c11-52bd-4542-8a51-8d715278bd3a" providerId="ADAL" clId="{A5904FCF-776C-4E03-8ACD-408E30A79743}" dt="2024-09-10T14:00:16.385" v="2695" actId="1038"/>
          <ac:spMkLst>
            <pc:docMk/>
            <pc:sldMk cId="3138423751" sldId="256"/>
            <ac:spMk id="57" creationId="{E84662B6-29EB-8B60-60DA-1A712504685B}"/>
          </ac:spMkLst>
        </pc:spChg>
        <pc:spChg chg="add mod topLvl">
          <ac:chgData name="Nidan, Gajanan" userId="eaa57c11-52bd-4542-8a51-8d715278bd3a" providerId="ADAL" clId="{A5904FCF-776C-4E03-8ACD-408E30A79743}" dt="2024-09-10T13:35:09.449" v="2297" actId="165"/>
          <ac:spMkLst>
            <pc:docMk/>
            <pc:sldMk cId="3138423751" sldId="256"/>
            <ac:spMk id="58" creationId="{FD49EC99-946F-B09D-7A94-FCFCFD80CB9A}"/>
          </ac:spMkLst>
        </pc:spChg>
        <pc:spChg chg="add del mod topLvl">
          <ac:chgData name="Nidan, Gajanan" userId="eaa57c11-52bd-4542-8a51-8d715278bd3a" providerId="ADAL" clId="{A5904FCF-776C-4E03-8ACD-408E30A79743}" dt="2024-09-10T13:35:09.449" v="2297" actId="165"/>
          <ac:spMkLst>
            <pc:docMk/>
            <pc:sldMk cId="3138423751" sldId="256"/>
            <ac:spMk id="59" creationId="{338A5B19-C649-5B6E-6946-14A13AC30F61}"/>
          </ac:spMkLst>
        </pc:spChg>
        <pc:spChg chg="add mod topLvl">
          <ac:chgData name="Nidan, Gajanan" userId="eaa57c11-52bd-4542-8a51-8d715278bd3a" providerId="ADAL" clId="{A5904FCF-776C-4E03-8ACD-408E30A79743}" dt="2024-09-10T13:35:09.449" v="2297" actId="165"/>
          <ac:spMkLst>
            <pc:docMk/>
            <pc:sldMk cId="3138423751" sldId="256"/>
            <ac:spMk id="61" creationId="{5E8EAB7F-D1AB-E740-0439-682E5E2707C2}"/>
          </ac:spMkLst>
        </pc:spChg>
        <pc:spChg chg="add mod topLvl">
          <ac:chgData name="Nidan, Gajanan" userId="eaa57c11-52bd-4542-8a51-8d715278bd3a" providerId="ADAL" clId="{A5904FCF-776C-4E03-8ACD-408E30A79743}" dt="2024-09-10T13:35:09.449" v="2297" actId="165"/>
          <ac:spMkLst>
            <pc:docMk/>
            <pc:sldMk cId="3138423751" sldId="256"/>
            <ac:spMk id="65" creationId="{59F23CD8-A821-C425-AC99-C50008F1F88E}"/>
          </ac:spMkLst>
        </pc:spChg>
        <pc:spChg chg="add mod topLvl">
          <ac:chgData name="Nidan, Gajanan" userId="eaa57c11-52bd-4542-8a51-8d715278bd3a" providerId="ADAL" clId="{A5904FCF-776C-4E03-8ACD-408E30A79743}" dt="2024-09-10T13:35:09.449" v="2297" actId="165"/>
          <ac:spMkLst>
            <pc:docMk/>
            <pc:sldMk cId="3138423751" sldId="256"/>
            <ac:spMk id="71" creationId="{F396C349-A6CA-8F7A-E37F-7B94C054D599}"/>
          </ac:spMkLst>
        </pc:spChg>
        <pc:spChg chg="add mod topLvl">
          <ac:chgData name="Nidan, Gajanan" userId="eaa57c11-52bd-4542-8a51-8d715278bd3a" providerId="ADAL" clId="{A5904FCF-776C-4E03-8ACD-408E30A79743}" dt="2024-09-10T13:35:09.449" v="2297" actId="165"/>
          <ac:spMkLst>
            <pc:docMk/>
            <pc:sldMk cId="3138423751" sldId="256"/>
            <ac:spMk id="74" creationId="{196D4663-ED60-41F8-7DA9-C7491038DB7F}"/>
          </ac:spMkLst>
        </pc:spChg>
        <pc:spChg chg="add mod topLvl">
          <ac:chgData name="Nidan, Gajanan" userId="eaa57c11-52bd-4542-8a51-8d715278bd3a" providerId="ADAL" clId="{A5904FCF-776C-4E03-8ACD-408E30A79743}" dt="2024-09-10T13:35:09.449" v="2297" actId="165"/>
          <ac:spMkLst>
            <pc:docMk/>
            <pc:sldMk cId="3138423751" sldId="256"/>
            <ac:spMk id="75" creationId="{BF99ABB2-D8EF-E813-F9D8-045006232516}"/>
          </ac:spMkLst>
        </pc:spChg>
        <pc:spChg chg="add mod topLvl">
          <ac:chgData name="Nidan, Gajanan" userId="eaa57c11-52bd-4542-8a51-8d715278bd3a" providerId="ADAL" clId="{A5904FCF-776C-4E03-8ACD-408E30A79743}" dt="2024-09-10T13:35:09.449" v="2297" actId="165"/>
          <ac:spMkLst>
            <pc:docMk/>
            <pc:sldMk cId="3138423751" sldId="256"/>
            <ac:spMk id="76" creationId="{AA053653-8FAC-F911-83D3-761441609C47}"/>
          </ac:spMkLst>
        </pc:spChg>
        <pc:spChg chg="add mod topLvl">
          <ac:chgData name="Nidan, Gajanan" userId="eaa57c11-52bd-4542-8a51-8d715278bd3a" providerId="ADAL" clId="{A5904FCF-776C-4E03-8ACD-408E30A79743}" dt="2024-09-10T13:35:09.449" v="2297" actId="165"/>
          <ac:spMkLst>
            <pc:docMk/>
            <pc:sldMk cId="3138423751" sldId="256"/>
            <ac:spMk id="77" creationId="{612BD30E-7C7B-23F2-6186-8E93ED3F504C}"/>
          </ac:spMkLst>
        </pc:spChg>
        <pc:spChg chg="add mod topLvl">
          <ac:chgData name="Nidan, Gajanan" userId="eaa57c11-52bd-4542-8a51-8d715278bd3a" providerId="ADAL" clId="{A5904FCF-776C-4E03-8ACD-408E30A79743}" dt="2024-09-10T13:35:09.449" v="2297" actId="165"/>
          <ac:spMkLst>
            <pc:docMk/>
            <pc:sldMk cId="3138423751" sldId="256"/>
            <ac:spMk id="78" creationId="{1EB234A8-F27C-64E4-3036-0B38F2283FF8}"/>
          </ac:spMkLst>
        </pc:spChg>
        <pc:spChg chg="add mod topLvl">
          <ac:chgData name="Nidan, Gajanan" userId="eaa57c11-52bd-4542-8a51-8d715278bd3a" providerId="ADAL" clId="{A5904FCF-776C-4E03-8ACD-408E30A79743}" dt="2024-09-10T13:35:09.449" v="2297" actId="165"/>
          <ac:spMkLst>
            <pc:docMk/>
            <pc:sldMk cId="3138423751" sldId="256"/>
            <ac:spMk id="79" creationId="{0B41579C-5C14-8A54-B0AD-8B888E6C3D0C}"/>
          </ac:spMkLst>
        </pc:spChg>
        <pc:spChg chg="add mod topLvl">
          <ac:chgData name="Nidan, Gajanan" userId="eaa57c11-52bd-4542-8a51-8d715278bd3a" providerId="ADAL" clId="{A5904FCF-776C-4E03-8ACD-408E30A79743}" dt="2024-09-10T13:35:09.449" v="2297" actId="165"/>
          <ac:spMkLst>
            <pc:docMk/>
            <pc:sldMk cId="3138423751" sldId="256"/>
            <ac:spMk id="80" creationId="{C2AEB1A3-D0A2-81AE-7445-2A6DAE3A56FA}"/>
          </ac:spMkLst>
        </pc:spChg>
        <pc:spChg chg="add mod topLvl">
          <ac:chgData name="Nidan, Gajanan" userId="eaa57c11-52bd-4542-8a51-8d715278bd3a" providerId="ADAL" clId="{A5904FCF-776C-4E03-8ACD-408E30A79743}" dt="2024-09-10T13:35:09.449" v="2297" actId="165"/>
          <ac:spMkLst>
            <pc:docMk/>
            <pc:sldMk cId="3138423751" sldId="256"/>
            <ac:spMk id="81" creationId="{55B584F7-BB2A-B9B0-113B-C949B6D11FD1}"/>
          </ac:spMkLst>
        </pc:spChg>
        <pc:spChg chg="add mod topLvl">
          <ac:chgData name="Nidan, Gajanan" userId="eaa57c11-52bd-4542-8a51-8d715278bd3a" providerId="ADAL" clId="{A5904FCF-776C-4E03-8ACD-408E30A79743}" dt="2024-09-10T13:35:09.449" v="2297" actId="165"/>
          <ac:spMkLst>
            <pc:docMk/>
            <pc:sldMk cId="3138423751" sldId="256"/>
            <ac:spMk id="82" creationId="{D8A64D8F-3A73-AF1C-A376-BB01F155C523}"/>
          </ac:spMkLst>
        </pc:spChg>
        <pc:spChg chg="add mod topLvl">
          <ac:chgData name="Nidan, Gajanan" userId="eaa57c11-52bd-4542-8a51-8d715278bd3a" providerId="ADAL" clId="{A5904FCF-776C-4E03-8ACD-408E30A79743}" dt="2024-09-10T13:35:09.449" v="2297" actId="165"/>
          <ac:spMkLst>
            <pc:docMk/>
            <pc:sldMk cId="3138423751" sldId="256"/>
            <ac:spMk id="83" creationId="{4B2C38F0-9412-4E24-67B1-C703765266A9}"/>
          </ac:spMkLst>
        </pc:spChg>
        <pc:spChg chg="add del mod">
          <ac:chgData name="Nidan, Gajanan" userId="eaa57c11-52bd-4542-8a51-8d715278bd3a" providerId="ADAL" clId="{A5904FCF-776C-4E03-8ACD-408E30A79743}" dt="2024-09-10T13:14:02.187" v="2025" actId="478"/>
          <ac:spMkLst>
            <pc:docMk/>
            <pc:sldMk cId="3138423751" sldId="256"/>
            <ac:spMk id="84" creationId="{B86BB6E3-6871-A54C-67E5-EF0B7252C3FB}"/>
          </ac:spMkLst>
        </pc:spChg>
        <pc:spChg chg="add mod topLvl">
          <ac:chgData name="Nidan, Gajanan" userId="eaa57c11-52bd-4542-8a51-8d715278bd3a" providerId="ADAL" clId="{A5904FCF-776C-4E03-8ACD-408E30A79743}" dt="2024-09-10T13:35:09.449" v="2297" actId="165"/>
          <ac:spMkLst>
            <pc:docMk/>
            <pc:sldMk cId="3138423751" sldId="256"/>
            <ac:spMk id="85" creationId="{3A0C9C10-DCA6-4B75-FC6C-27BDF37F3766}"/>
          </ac:spMkLst>
        </pc:spChg>
        <pc:spChg chg="add mod topLvl">
          <ac:chgData name="Nidan, Gajanan" userId="eaa57c11-52bd-4542-8a51-8d715278bd3a" providerId="ADAL" clId="{A5904FCF-776C-4E03-8ACD-408E30A79743}" dt="2024-09-10T13:35:09.449" v="2297" actId="165"/>
          <ac:spMkLst>
            <pc:docMk/>
            <pc:sldMk cId="3138423751" sldId="256"/>
            <ac:spMk id="86" creationId="{6A8F2315-9F58-F1A4-B003-A7036BC45F4D}"/>
          </ac:spMkLst>
        </pc:spChg>
        <pc:spChg chg="add mod topLvl">
          <ac:chgData name="Nidan, Gajanan" userId="eaa57c11-52bd-4542-8a51-8d715278bd3a" providerId="ADAL" clId="{A5904FCF-776C-4E03-8ACD-408E30A79743}" dt="2024-09-10T13:35:09.449" v="2297" actId="165"/>
          <ac:spMkLst>
            <pc:docMk/>
            <pc:sldMk cId="3138423751" sldId="256"/>
            <ac:spMk id="87" creationId="{BB46F919-C1CB-D907-7542-0412F4CA4697}"/>
          </ac:spMkLst>
        </pc:spChg>
        <pc:spChg chg="add mod topLvl">
          <ac:chgData name="Nidan, Gajanan" userId="eaa57c11-52bd-4542-8a51-8d715278bd3a" providerId="ADAL" clId="{A5904FCF-776C-4E03-8ACD-408E30A79743}" dt="2024-09-10T13:57:48.206" v="2636" actId="1035"/>
          <ac:spMkLst>
            <pc:docMk/>
            <pc:sldMk cId="3138423751" sldId="256"/>
            <ac:spMk id="92" creationId="{9865962C-08C0-4117-4581-99A9DA8A75DD}"/>
          </ac:spMkLst>
        </pc:spChg>
        <pc:spChg chg="add mod topLvl">
          <ac:chgData name="Nidan, Gajanan" userId="eaa57c11-52bd-4542-8a51-8d715278bd3a" providerId="ADAL" clId="{A5904FCF-776C-4E03-8ACD-408E30A79743}" dt="2024-09-10T13:35:09.449" v="2297" actId="165"/>
          <ac:spMkLst>
            <pc:docMk/>
            <pc:sldMk cId="3138423751" sldId="256"/>
            <ac:spMk id="93" creationId="{497CFC44-0F58-E32B-DE74-73C6B5CEBA30}"/>
          </ac:spMkLst>
        </pc:spChg>
        <pc:spChg chg="add mod topLvl">
          <ac:chgData name="Nidan, Gajanan" userId="eaa57c11-52bd-4542-8a51-8d715278bd3a" providerId="ADAL" clId="{A5904FCF-776C-4E03-8ACD-408E30A79743}" dt="2024-09-10T13:35:09.449" v="2297" actId="165"/>
          <ac:spMkLst>
            <pc:docMk/>
            <pc:sldMk cId="3138423751" sldId="256"/>
            <ac:spMk id="94" creationId="{846E66F2-2968-DF65-4200-5E6C5A71227D}"/>
          </ac:spMkLst>
        </pc:spChg>
        <pc:spChg chg="add mod topLvl">
          <ac:chgData name="Nidan, Gajanan" userId="eaa57c11-52bd-4542-8a51-8d715278bd3a" providerId="ADAL" clId="{A5904FCF-776C-4E03-8ACD-408E30A79743}" dt="2024-09-10T13:35:09.449" v="2297" actId="165"/>
          <ac:spMkLst>
            <pc:docMk/>
            <pc:sldMk cId="3138423751" sldId="256"/>
            <ac:spMk id="95" creationId="{493FC55A-7E51-2D26-7A2A-FE85B1FA19A7}"/>
          </ac:spMkLst>
        </pc:spChg>
        <pc:spChg chg="add mod topLvl">
          <ac:chgData name="Nidan, Gajanan" userId="eaa57c11-52bd-4542-8a51-8d715278bd3a" providerId="ADAL" clId="{A5904FCF-776C-4E03-8ACD-408E30A79743}" dt="2024-09-10T13:35:09.449" v="2297" actId="165"/>
          <ac:spMkLst>
            <pc:docMk/>
            <pc:sldMk cId="3138423751" sldId="256"/>
            <ac:spMk id="96" creationId="{70468669-5BBA-ACF5-29DB-13C27AF0C16F}"/>
          </ac:spMkLst>
        </pc:spChg>
        <pc:spChg chg="add mod ord topLvl">
          <ac:chgData name="Nidan, Gajanan" userId="eaa57c11-52bd-4542-8a51-8d715278bd3a" providerId="ADAL" clId="{A5904FCF-776C-4E03-8ACD-408E30A79743}" dt="2024-09-10T13:49:02.106" v="2425" actId="14100"/>
          <ac:spMkLst>
            <pc:docMk/>
            <pc:sldMk cId="3138423751" sldId="256"/>
            <ac:spMk id="114" creationId="{A8B36C8F-0D92-7381-D12E-BD3EE7FB8DCC}"/>
          </ac:spMkLst>
        </pc:spChg>
        <pc:spChg chg="add mod ord topLvl">
          <ac:chgData name="Nidan, Gajanan" userId="eaa57c11-52bd-4542-8a51-8d715278bd3a" providerId="ADAL" clId="{A5904FCF-776C-4E03-8ACD-408E30A79743}" dt="2024-09-10T14:02:57.026" v="2735" actId="14100"/>
          <ac:spMkLst>
            <pc:docMk/>
            <pc:sldMk cId="3138423751" sldId="256"/>
            <ac:spMk id="115" creationId="{F391E8CD-5A38-D0A4-8A14-76BE4018E441}"/>
          </ac:spMkLst>
        </pc:spChg>
        <pc:spChg chg="add del mod">
          <ac:chgData name="Nidan, Gajanan" userId="eaa57c11-52bd-4542-8a51-8d715278bd3a" providerId="ADAL" clId="{A5904FCF-776C-4E03-8ACD-408E30A79743}" dt="2024-09-10T13:40:55.213" v="2365" actId="478"/>
          <ac:spMkLst>
            <pc:docMk/>
            <pc:sldMk cId="3138423751" sldId="256"/>
            <ac:spMk id="117" creationId="{163AAFB7-A974-7D9C-7983-4FE5237C5C31}"/>
          </ac:spMkLst>
        </pc:spChg>
        <pc:spChg chg="add mod">
          <ac:chgData name="Nidan, Gajanan" userId="eaa57c11-52bd-4542-8a51-8d715278bd3a" providerId="ADAL" clId="{A5904FCF-776C-4E03-8ACD-408E30A79743}" dt="2024-09-10T13:50:53.604" v="2450" actId="1036"/>
          <ac:spMkLst>
            <pc:docMk/>
            <pc:sldMk cId="3138423751" sldId="256"/>
            <ac:spMk id="121" creationId="{47C239C4-ABF1-51E1-8F12-CA5A4152EF0A}"/>
          </ac:spMkLst>
        </pc:spChg>
        <pc:spChg chg="add mod">
          <ac:chgData name="Nidan, Gajanan" userId="eaa57c11-52bd-4542-8a51-8d715278bd3a" providerId="ADAL" clId="{A5904FCF-776C-4E03-8ACD-408E30A79743}" dt="2024-09-10T13:50:53.604" v="2450" actId="1036"/>
          <ac:spMkLst>
            <pc:docMk/>
            <pc:sldMk cId="3138423751" sldId="256"/>
            <ac:spMk id="122" creationId="{B40A1BCE-8655-D951-6AFF-25CF993467BC}"/>
          </ac:spMkLst>
        </pc:spChg>
        <pc:spChg chg="add mod">
          <ac:chgData name="Nidan, Gajanan" userId="eaa57c11-52bd-4542-8a51-8d715278bd3a" providerId="ADAL" clId="{A5904FCF-776C-4E03-8ACD-408E30A79743}" dt="2024-09-10T13:54:53.275" v="2539" actId="255"/>
          <ac:spMkLst>
            <pc:docMk/>
            <pc:sldMk cId="3138423751" sldId="256"/>
            <ac:spMk id="131" creationId="{10FDDD88-598E-B572-A491-E1778D386FB6}"/>
          </ac:spMkLst>
        </pc:spChg>
        <pc:spChg chg="add mod">
          <ac:chgData name="Nidan, Gajanan" userId="eaa57c11-52bd-4542-8a51-8d715278bd3a" providerId="ADAL" clId="{A5904FCF-776C-4E03-8ACD-408E30A79743}" dt="2024-09-10T14:02:38.402" v="2734" actId="1076"/>
          <ac:spMkLst>
            <pc:docMk/>
            <pc:sldMk cId="3138423751" sldId="256"/>
            <ac:spMk id="132" creationId="{B5914F24-452C-76B7-F6EF-8728BA302E48}"/>
          </ac:spMkLst>
        </pc:spChg>
        <pc:spChg chg="add mod">
          <ac:chgData name="Nidan, Gajanan" userId="eaa57c11-52bd-4542-8a51-8d715278bd3a" providerId="ADAL" clId="{A5904FCF-776C-4E03-8ACD-408E30A79743}" dt="2024-09-10T14:02:26.294" v="2732" actId="20577"/>
          <ac:spMkLst>
            <pc:docMk/>
            <pc:sldMk cId="3138423751" sldId="256"/>
            <ac:spMk id="138" creationId="{264F7B3F-7771-906E-4DA8-9F38D3AC1D7B}"/>
          </ac:spMkLst>
        </pc:spChg>
        <pc:spChg chg="add mod">
          <ac:chgData name="Nidan, Gajanan" userId="eaa57c11-52bd-4542-8a51-8d715278bd3a" providerId="ADAL" clId="{A5904FCF-776C-4E03-8ACD-408E30A79743}" dt="2024-09-10T14:02:18.150" v="2723" actId="20577"/>
          <ac:spMkLst>
            <pc:docMk/>
            <pc:sldMk cId="3138423751" sldId="256"/>
            <ac:spMk id="139" creationId="{531EF26E-00BE-D706-98B8-CD75B7F554D9}"/>
          </ac:spMkLst>
        </pc:spChg>
        <pc:spChg chg="add mod">
          <ac:chgData name="Nidan, Gajanan" userId="eaa57c11-52bd-4542-8a51-8d715278bd3a" providerId="ADAL" clId="{A5904FCF-776C-4E03-8ACD-408E30A79743}" dt="2024-09-10T14:05:12.364" v="2782" actId="1037"/>
          <ac:spMkLst>
            <pc:docMk/>
            <pc:sldMk cId="3138423751" sldId="256"/>
            <ac:spMk id="140" creationId="{F4CEB841-2418-AE0E-3A3C-97153D70FC4D}"/>
          </ac:spMkLst>
        </pc:spChg>
        <pc:spChg chg="add mod">
          <ac:chgData name="Nidan, Gajanan" userId="eaa57c11-52bd-4542-8a51-8d715278bd3a" providerId="ADAL" clId="{A5904FCF-776C-4E03-8ACD-408E30A79743}" dt="2024-09-10T14:05:12.364" v="2782" actId="1037"/>
          <ac:spMkLst>
            <pc:docMk/>
            <pc:sldMk cId="3138423751" sldId="256"/>
            <ac:spMk id="141" creationId="{F635ED8F-BB12-CF86-3A6D-B655BDCE8211}"/>
          </ac:spMkLst>
        </pc:spChg>
        <pc:spChg chg="add mod">
          <ac:chgData name="Nidan, Gajanan" userId="eaa57c11-52bd-4542-8a51-8d715278bd3a" providerId="ADAL" clId="{A5904FCF-776C-4E03-8ACD-408E30A79743}" dt="2024-09-10T14:05:12.364" v="2782" actId="1037"/>
          <ac:spMkLst>
            <pc:docMk/>
            <pc:sldMk cId="3138423751" sldId="256"/>
            <ac:spMk id="142" creationId="{89E09578-DA5E-26C8-2A88-67655DA2F434}"/>
          </ac:spMkLst>
        </pc:spChg>
        <pc:spChg chg="add mod">
          <ac:chgData name="Nidan, Gajanan" userId="eaa57c11-52bd-4542-8a51-8d715278bd3a" providerId="ADAL" clId="{A5904FCF-776C-4E03-8ACD-408E30A79743}" dt="2024-09-10T14:05:33.323" v="2793" actId="20577"/>
          <ac:spMkLst>
            <pc:docMk/>
            <pc:sldMk cId="3138423751" sldId="256"/>
            <ac:spMk id="143" creationId="{97AB4B57-BD85-EA74-D8B1-534F2C19CCF0}"/>
          </ac:spMkLst>
        </pc:spChg>
        <pc:grpChg chg="add del mod">
          <ac:chgData name="Nidan, Gajanan" userId="eaa57c11-52bd-4542-8a51-8d715278bd3a" providerId="ADAL" clId="{A5904FCF-776C-4E03-8ACD-408E30A79743}" dt="2024-09-10T13:35:09.449" v="2297" actId="165"/>
          <ac:grpSpMkLst>
            <pc:docMk/>
            <pc:sldMk cId="3138423751" sldId="256"/>
            <ac:grpSpMk id="116" creationId="{A2403566-73BC-1C58-AA25-EA59FF4E050C}"/>
          </ac:grpSpMkLst>
        </pc:grpChg>
        <pc:picChg chg="add mod">
          <ac:chgData name="Nidan, Gajanan" userId="eaa57c11-52bd-4542-8a51-8d715278bd3a" providerId="ADAL" clId="{A5904FCF-776C-4E03-8ACD-408E30A79743}" dt="2024-09-10T14:02:34.674" v="2733" actId="14100"/>
          <ac:picMkLst>
            <pc:docMk/>
            <pc:sldMk cId="3138423751" sldId="256"/>
            <ac:picMk id="124" creationId="{D8E7733E-A49F-BFCD-D074-A6E062639000}"/>
          </ac:picMkLst>
        </pc:picChg>
        <pc:picChg chg="add mod">
          <ac:chgData name="Nidan, Gajanan" userId="eaa57c11-52bd-4542-8a51-8d715278bd3a" providerId="ADAL" clId="{A5904FCF-776C-4E03-8ACD-408E30A79743}" dt="2024-09-10T13:53:37.075" v="2472" actId="1037"/>
          <ac:picMkLst>
            <pc:docMk/>
            <pc:sldMk cId="3138423751" sldId="256"/>
            <ac:picMk id="126" creationId="{707DCBC1-B1A7-E3E1-4E1A-8BDCA89625BD}"/>
          </ac:picMkLst>
        </pc:picChg>
        <pc:cxnChg chg="add del">
          <ac:chgData name="Nidan, Gajanan" userId="eaa57c11-52bd-4542-8a51-8d715278bd3a" providerId="ADAL" clId="{A5904FCF-776C-4E03-8ACD-408E30A79743}" dt="2024-09-02T11:50:11.532" v="429" actId="478"/>
          <ac:cxnSpMkLst>
            <pc:docMk/>
            <pc:sldMk cId="3138423751" sldId="256"/>
            <ac:cxnSpMk id="13" creationId="{43901ACD-7A12-E259-1F0D-CD4928C46B13}"/>
          </ac:cxnSpMkLst>
        </pc:cxnChg>
        <pc:cxnChg chg="add mod topLvl">
          <ac:chgData name="Nidan, Gajanan" userId="eaa57c11-52bd-4542-8a51-8d715278bd3a" providerId="ADAL" clId="{A5904FCF-776C-4E03-8ACD-408E30A79743}" dt="2024-09-10T13:35:09.449" v="2297" actId="165"/>
          <ac:cxnSpMkLst>
            <pc:docMk/>
            <pc:sldMk cId="3138423751" sldId="256"/>
            <ac:cxnSpMk id="15" creationId="{B26B59AA-E826-2500-902D-F0CD4D6D7649}"/>
          </ac:cxnSpMkLst>
        </pc:cxnChg>
        <pc:cxnChg chg="add mod topLvl">
          <ac:chgData name="Nidan, Gajanan" userId="eaa57c11-52bd-4542-8a51-8d715278bd3a" providerId="ADAL" clId="{A5904FCF-776C-4E03-8ACD-408E30A79743}" dt="2024-09-10T13:35:09.449" v="2297" actId="165"/>
          <ac:cxnSpMkLst>
            <pc:docMk/>
            <pc:sldMk cId="3138423751" sldId="256"/>
            <ac:cxnSpMk id="16" creationId="{AB060626-DB2D-F3D3-A82E-D9A619C9D857}"/>
          </ac:cxnSpMkLst>
        </pc:cxnChg>
        <pc:cxnChg chg="add mod topLvl">
          <ac:chgData name="Nidan, Gajanan" userId="eaa57c11-52bd-4542-8a51-8d715278bd3a" providerId="ADAL" clId="{A5904FCF-776C-4E03-8ACD-408E30A79743}" dt="2024-09-10T13:35:09.449" v="2297" actId="165"/>
          <ac:cxnSpMkLst>
            <pc:docMk/>
            <pc:sldMk cId="3138423751" sldId="256"/>
            <ac:cxnSpMk id="17" creationId="{29D00270-3E2C-530B-BCEE-AA4F75FBE6BE}"/>
          </ac:cxnSpMkLst>
        </pc:cxnChg>
        <pc:cxnChg chg="add del mod topLvl">
          <ac:chgData name="Nidan, Gajanan" userId="eaa57c11-52bd-4542-8a51-8d715278bd3a" providerId="ADAL" clId="{A5904FCF-776C-4E03-8ACD-408E30A79743}" dt="2024-09-10T13:59:37.407" v="2676" actId="478"/>
          <ac:cxnSpMkLst>
            <pc:docMk/>
            <pc:sldMk cId="3138423751" sldId="256"/>
            <ac:cxnSpMk id="18" creationId="{F9AD43B6-15F3-1F73-B928-79E0195AFAD7}"/>
          </ac:cxnSpMkLst>
        </pc:cxnChg>
        <pc:cxnChg chg="add mod topLvl">
          <ac:chgData name="Nidan, Gajanan" userId="eaa57c11-52bd-4542-8a51-8d715278bd3a" providerId="ADAL" clId="{A5904FCF-776C-4E03-8ACD-408E30A79743}" dt="2024-09-10T13:35:09.449" v="2297" actId="165"/>
          <ac:cxnSpMkLst>
            <pc:docMk/>
            <pc:sldMk cId="3138423751" sldId="256"/>
            <ac:cxnSpMk id="19" creationId="{DEB67727-2F13-8DCF-7242-16D1A0248D13}"/>
          </ac:cxnSpMkLst>
        </pc:cxnChg>
        <pc:cxnChg chg="add mod topLvl">
          <ac:chgData name="Nidan, Gajanan" userId="eaa57c11-52bd-4542-8a51-8d715278bd3a" providerId="ADAL" clId="{A5904FCF-776C-4E03-8ACD-408E30A79743}" dt="2024-09-10T13:35:09.449" v="2297" actId="165"/>
          <ac:cxnSpMkLst>
            <pc:docMk/>
            <pc:sldMk cId="3138423751" sldId="256"/>
            <ac:cxnSpMk id="20" creationId="{B852AFF5-F56C-B9E9-1D0E-B2C07EE3653A}"/>
          </ac:cxnSpMkLst>
        </pc:cxnChg>
        <pc:cxnChg chg="add mod topLvl">
          <ac:chgData name="Nidan, Gajanan" userId="eaa57c11-52bd-4542-8a51-8d715278bd3a" providerId="ADAL" clId="{A5904FCF-776C-4E03-8ACD-408E30A79743}" dt="2024-09-10T13:35:09.449" v="2297" actId="165"/>
          <ac:cxnSpMkLst>
            <pc:docMk/>
            <pc:sldMk cId="3138423751" sldId="256"/>
            <ac:cxnSpMk id="22" creationId="{88C23405-5EC7-19E0-2988-917220A135BA}"/>
          </ac:cxnSpMkLst>
        </pc:cxnChg>
        <pc:cxnChg chg="add mod topLvl">
          <ac:chgData name="Nidan, Gajanan" userId="eaa57c11-52bd-4542-8a51-8d715278bd3a" providerId="ADAL" clId="{A5904FCF-776C-4E03-8ACD-408E30A79743}" dt="2024-09-10T13:35:09.449" v="2297" actId="165"/>
          <ac:cxnSpMkLst>
            <pc:docMk/>
            <pc:sldMk cId="3138423751" sldId="256"/>
            <ac:cxnSpMk id="23" creationId="{73DDA096-D881-ADCA-9059-ACA6C8A9B551}"/>
          </ac:cxnSpMkLst>
        </pc:cxnChg>
        <pc:cxnChg chg="add mod topLvl">
          <ac:chgData name="Nidan, Gajanan" userId="eaa57c11-52bd-4542-8a51-8d715278bd3a" providerId="ADAL" clId="{A5904FCF-776C-4E03-8ACD-408E30A79743}" dt="2024-09-10T13:35:09.449" v="2297" actId="165"/>
          <ac:cxnSpMkLst>
            <pc:docMk/>
            <pc:sldMk cId="3138423751" sldId="256"/>
            <ac:cxnSpMk id="25" creationId="{6181862B-93D4-55E0-AA5D-FD76C64B9395}"/>
          </ac:cxnSpMkLst>
        </pc:cxnChg>
        <pc:cxnChg chg="add mod topLvl">
          <ac:chgData name="Nidan, Gajanan" userId="eaa57c11-52bd-4542-8a51-8d715278bd3a" providerId="ADAL" clId="{A5904FCF-776C-4E03-8ACD-408E30A79743}" dt="2024-09-10T13:35:09.449" v="2297" actId="165"/>
          <ac:cxnSpMkLst>
            <pc:docMk/>
            <pc:sldMk cId="3138423751" sldId="256"/>
            <ac:cxnSpMk id="28" creationId="{64036937-FC03-0157-80E8-206D6E5028C9}"/>
          </ac:cxnSpMkLst>
        </pc:cxnChg>
        <pc:cxnChg chg="add mod topLvl">
          <ac:chgData name="Nidan, Gajanan" userId="eaa57c11-52bd-4542-8a51-8d715278bd3a" providerId="ADAL" clId="{A5904FCF-776C-4E03-8ACD-408E30A79743}" dt="2024-09-10T13:40:41.689" v="2362" actId="1037"/>
          <ac:cxnSpMkLst>
            <pc:docMk/>
            <pc:sldMk cId="3138423751" sldId="256"/>
            <ac:cxnSpMk id="29" creationId="{D6928FCF-5803-E063-9F6D-1B2E9014094D}"/>
          </ac:cxnSpMkLst>
        </pc:cxnChg>
        <pc:cxnChg chg="add mod topLvl">
          <ac:chgData name="Nidan, Gajanan" userId="eaa57c11-52bd-4542-8a51-8d715278bd3a" providerId="ADAL" clId="{A5904FCF-776C-4E03-8ACD-408E30A79743}" dt="2024-09-10T13:40:41.689" v="2362" actId="1037"/>
          <ac:cxnSpMkLst>
            <pc:docMk/>
            <pc:sldMk cId="3138423751" sldId="256"/>
            <ac:cxnSpMk id="30" creationId="{F207F020-FCDF-3FC3-272E-6A5DE0989747}"/>
          </ac:cxnSpMkLst>
        </pc:cxnChg>
        <pc:cxnChg chg="add mod topLvl">
          <ac:chgData name="Nidan, Gajanan" userId="eaa57c11-52bd-4542-8a51-8d715278bd3a" providerId="ADAL" clId="{A5904FCF-776C-4E03-8ACD-408E30A79743}" dt="2024-09-10T13:35:09.449" v="2297" actId="165"/>
          <ac:cxnSpMkLst>
            <pc:docMk/>
            <pc:sldMk cId="3138423751" sldId="256"/>
            <ac:cxnSpMk id="31" creationId="{7883DE39-630A-A20C-DEBE-6B9AFD37F896}"/>
          </ac:cxnSpMkLst>
        </pc:cxnChg>
        <pc:cxnChg chg="add mod topLvl">
          <ac:chgData name="Nidan, Gajanan" userId="eaa57c11-52bd-4542-8a51-8d715278bd3a" providerId="ADAL" clId="{A5904FCF-776C-4E03-8ACD-408E30A79743}" dt="2024-09-10T13:35:09.449" v="2297" actId="165"/>
          <ac:cxnSpMkLst>
            <pc:docMk/>
            <pc:sldMk cId="3138423751" sldId="256"/>
            <ac:cxnSpMk id="33" creationId="{4D76ECC8-C73F-8123-AAB7-E9B6C1116530}"/>
          </ac:cxnSpMkLst>
        </pc:cxnChg>
        <pc:cxnChg chg="add mod topLvl">
          <ac:chgData name="Nidan, Gajanan" userId="eaa57c11-52bd-4542-8a51-8d715278bd3a" providerId="ADAL" clId="{A5904FCF-776C-4E03-8ACD-408E30A79743}" dt="2024-09-10T13:35:09.449" v="2297" actId="165"/>
          <ac:cxnSpMkLst>
            <pc:docMk/>
            <pc:sldMk cId="3138423751" sldId="256"/>
            <ac:cxnSpMk id="35" creationId="{BA4C20A6-7F0F-4EC6-8319-20DCA66DAEC5}"/>
          </ac:cxnSpMkLst>
        </pc:cxnChg>
        <pc:cxnChg chg="add mod topLvl">
          <ac:chgData name="Nidan, Gajanan" userId="eaa57c11-52bd-4542-8a51-8d715278bd3a" providerId="ADAL" clId="{A5904FCF-776C-4E03-8ACD-408E30A79743}" dt="2024-09-10T13:35:09.449" v="2297" actId="165"/>
          <ac:cxnSpMkLst>
            <pc:docMk/>
            <pc:sldMk cId="3138423751" sldId="256"/>
            <ac:cxnSpMk id="37" creationId="{D22956BA-BF64-E607-9889-9700B7387BF3}"/>
          </ac:cxnSpMkLst>
        </pc:cxnChg>
        <pc:cxnChg chg="add mod topLvl">
          <ac:chgData name="Nidan, Gajanan" userId="eaa57c11-52bd-4542-8a51-8d715278bd3a" providerId="ADAL" clId="{A5904FCF-776C-4E03-8ACD-408E30A79743}" dt="2024-09-10T13:35:09.449" v="2297" actId="165"/>
          <ac:cxnSpMkLst>
            <pc:docMk/>
            <pc:sldMk cId="3138423751" sldId="256"/>
            <ac:cxnSpMk id="38" creationId="{42C5F8BC-C63C-FA7C-19B7-7C3860B64CB2}"/>
          </ac:cxnSpMkLst>
        </pc:cxnChg>
        <pc:cxnChg chg="add mod topLvl">
          <ac:chgData name="Nidan, Gajanan" userId="eaa57c11-52bd-4542-8a51-8d715278bd3a" providerId="ADAL" clId="{A5904FCF-776C-4E03-8ACD-408E30A79743}" dt="2024-09-10T13:35:09.449" v="2297" actId="165"/>
          <ac:cxnSpMkLst>
            <pc:docMk/>
            <pc:sldMk cId="3138423751" sldId="256"/>
            <ac:cxnSpMk id="39" creationId="{CF84D015-A995-1AE4-7C14-B8BFCD273EB9}"/>
          </ac:cxnSpMkLst>
        </pc:cxnChg>
        <pc:cxnChg chg="add mod">
          <ac:chgData name="Nidan, Gajanan" userId="eaa57c11-52bd-4542-8a51-8d715278bd3a" providerId="ADAL" clId="{A5904FCF-776C-4E03-8ACD-408E30A79743}" dt="2024-09-10T12:56:57.742" v="1703"/>
          <ac:cxnSpMkLst>
            <pc:docMk/>
            <pc:sldMk cId="3138423751" sldId="256"/>
            <ac:cxnSpMk id="40" creationId="{D0A38EE6-BF80-B035-AEE5-B1DA1B9DB18F}"/>
          </ac:cxnSpMkLst>
        </pc:cxnChg>
        <pc:cxnChg chg="add mod topLvl">
          <ac:chgData name="Nidan, Gajanan" userId="eaa57c11-52bd-4542-8a51-8d715278bd3a" providerId="ADAL" clId="{A5904FCF-776C-4E03-8ACD-408E30A79743}" dt="2024-09-10T13:35:09.449" v="2297" actId="165"/>
          <ac:cxnSpMkLst>
            <pc:docMk/>
            <pc:sldMk cId="3138423751" sldId="256"/>
            <ac:cxnSpMk id="41" creationId="{25B339DB-BE3F-CE36-CDED-48211051A3BE}"/>
          </ac:cxnSpMkLst>
        </pc:cxnChg>
        <pc:cxnChg chg="add del">
          <ac:chgData name="Nidan, Gajanan" userId="eaa57c11-52bd-4542-8a51-8d715278bd3a" providerId="ADAL" clId="{A5904FCF-776C-4E03-8ACD-408E30A79743}" dt="2024-09-03T13:57:22.816" v="786" actId="478"/>
          <ac:cxnSpMkLst>
            <pc:docMk/>
            <pc:sldMk cId="3138423751" sldId="256"/>
            <ac:cxnSpMk id="41" creationId="{533E0F8C-6D73-2D92-B9CF-1ED7186BEE39}"/>
          </ac:cxnSpMkLst>
        </pc:cxnChg>
        <pc:cxnChg chg="add mod topLvl">
          <ac:chgData name="Nidan, Gajanan" userId="eaa57c11-52bd-4542-8a51-8d715278bd3a" providerId="ADAL" clId="{A5904FCF-776C-4E03-8ACD-408E30A79743}" dt="2024-09-10T13:35:09.449" v="2297" actId="165"/>
          <ac:cxnSpMkLst>
            <pc:docMk/>
            <pc:sldMk cId="3138423751" sldId="256"/>
            <ac:cxnSpMk id="42" creationId="{44E2767A-C688-E933-3A9C-074CCB408D3B}"/>
          </ac:cxnSpMkLst>
        </pc:cxnChg>
        <pc:cxnChg chg="add mod topLvl">
          <ac:chgData name="Nidan, Gajanan" userId="eaa57c11-52bd-4542-8a51-8d715278bd3a" providerId="ADAL" clId="{A5904FCF-776C-4E03-8ACD-408E30A79743}" dt="2024-09-10T13:35:09.449" v="2297" actId="165"/>
          <ac:cxnSpMkLst>
            <pc:docMk/>
            <pc:sldMk cId="3138423751" sldId="256"/>
            <ac:cxnSpMk id="43" creationId="{86E0ADCE-119D-72FD-105E-2CF32EE5F459}"/>
          </ac:cxnSpMkLst>
        </pc:cxnChg>
        <pc:cxnChg chg="add mod topLvl">
          <ac:chgData name="Nidan, Gajanan" userId="eaa57c11-52bd-4542-8a51-8d715278bd3a" providerId="ADAL" clId="{A5904FCF-776C-4E03-8ACD-408E30A79743}" dt="2024-09-10T13:35:09.449" v="2297" actId="165"/>
          <ac:cxnSpMkLst>
            <pc:docMk/>
            <pc:sldMk cId="3138423751" sldId="256"/>
            <ac:cxnSpMk id="44" creationId="{E8179AD5-7572-A4CC-DB4B-4CF26CECBBE3}"/>
          </ac:cxnSpMkLst>
        </pc:cxnChg>
        <pc:cxnChg chg="add mod topLvl">
          <ac:chgData name="Nidan, Gajanan" userId="eaa57c11-52bd-4542-8a51-8d715278bd3a" providerId="ADAL" clId="{A5904FCF-776C-4E03-8ACD-408E30A79743}" dt="2024-09-10T13:35:09.449" v="2297" actId="165"/>
          <ac:cxnSpMkLst>
            <pc:docMk/>
            <pc:sldMk cId="3138423751" sldId="256"/>
            <ac:cxnSpMk id="45" creationId="{3991E7CC-3A08-DCBB-858A-0119C8B75F8A}"/>
          </ac:cxnSpMkLst>
        </pc:cxnChg>
        <pc:cxnChg chg="add mod topLvl">
          <ac:chgData name="Nidan, Gajanan" userId="eaa57c11-52bd-4542-8a51-8d715278bd3a" providerId="ADAL" clId="{A5904FCF-776C-4E03-8ACD-408E30A79743}" dt="2024-09-10T13:35:09.449" v="2297" actId="165"/>
          <ac:cxnSpMkLst>
            <pc:docMk/>
            <pc:sldMk cId="3138423751" sldId="256"/>
            <ac:cxnSpMk id="47" creationId="{686549BC-C37F-6D3F-A0C1-271D57719138}"/>
          </ac:cxnSpMkLst>
        </pc:cxnChg>
        <pc:cxnChg chg="add mod topLvl">
          <ac:chgData name="Nidan, Gajanan" userId="eaa57c11-52bd-4542-8a51-8d715278bd3a" providerId="ADAL" clId="{A5904FCF-776C-4E03-8ACD-408E30A79743}" dt="2024-09-10T14:00:16.385" v="2695" actId="1038"/>
          <ac:cxnSpMkLst>
            <pc:docMk/>
            <pc:sldMk cId="3138423751" sldId="256"/>
            <ac:cxnSpMk id="48" creationId="{2917794D-8718-B4C1-B706-0EAEEC86E499}"/>
          </ac:cxnSpMkLst>
        </pc:cxnChg>
        <pc:cxnChg chg="add mod topLvl">
          <ac:chgData name="Nidan, Gajanan" userId="eaa57c11-52bd-4542-8a51-8d715278bd3a" providerId="ADAL" clId="{A5904FCF-776C-4E03-8ACD-408E30A79743}" dt="2024-09-10T14:00:16.385" v="2695" actId="1038"/>
          <ac:cxnSpMkLst>
            <pc:docMk/>
            <pc:sldMk cId="3138423751" sldId="256"/>
            <ac:cxnSpMk id="49" creationId="{1BAD25D0-4E07-6F7C-3FF7-23491C8C9772}"/>
          </ac:cxnSpMkLst>
        </pc:cxnChg>
        <pc:cxnChg chg="add mod topLvl">
          <ac:chgData name="Nidan, Gajanan" userId="eaa57c11-52bd-4542-8a51-8d715278bd3a" providerId="ADAL" clId="{A5904FCF-776C-4E03-8ACD-408E30A79743}" dt="2024-09-10T14:00:16.385" v="2695" actId="1038"/>
          <ac:cxnSpMkLst>
            <pc:docMk/>
            <pc:sldMk cId="3138423751" sldId="256"/>
            <ac:cxnSpMk id="50" creationId="{170BFA70-E839-D764-E776-3FD657425A19}"/>
          </ac:cxnSpMkLst>
        </pc:cxnChg>
        <pc:cxnChg chg="add mod topLvl">
          <ac:chgData name="Nidan, Gajanan" userId="eaa57c11-52bd-4542-8a51-8d715278bd3a" providerId="ADAL" clId="{A5904FCF-776C-4E03-8ACD-408E30A79743}" dt="2024-09-10T13:35:09.449" v="2297" actId="165"/>
          <ac:cxnSpMkLst>
            <pc:docMk/>
            <pc:sldMk cId="3138423751" sldId="256"/>
            <ac:cxnSpMk id="51" creationId="{12D2D6F7-58AD-D804-F2EF-DA3CC4B681EC}"/>
          </ac:cxnSpMkLst>
        </pc:cxnChg>
        <pc:cxnChg chg="add mod topLvl">
          <ac:chgData name="Nidan, Gajanan" userId="eaa57c11-52bd-4542-8a51-8d715278bd3a" providerId="ADAL" clId="{A5904FCF-776C-4E03-8ACD-408E30A79743}" dt="2024-09-10T14:00:16.385" v="2695" actId="1038"/>
          <ac:cxnSpMkLst>
            <pc:docMk/>
            <pc:sldMk cId="3138423751" sldId="256"/>
            <ac:cxnSpMk id="52" creationId="{6499B692-2A69-64A4-B643-A9BE49EE271C}"/>
          </ac:cxnSpMkLst>
        </pc:cxnChg>
        <pc:cxnChg chg="add mod topLvl">
          <ac:chgData name="Nidan, Gajanan" userId="eaa57c11-52bd-4542-8a51-8d715278bd3a" providerId="ADAL" clId="{A5904FCF-776C-4E03-8ACD-408E30A79743}" dt="2024-09-10T13:35:09.449" v="2297" actId="165"/>
          <ac:cxnSpMkLst>
            <pc:docMk/>
            <pc:sldMk cId="3138423751" sldId="256"/>
            <ac:cxnSpMk id="53" creationId="{DD13B040-C905-3B0A-B2D8-DD97FB30E1B0}"/>
          </ac:cxnSpMkLst>
        </pc:cxnChg>
        <pc:cxnChg chg="add mod topLvl">
          <ac:chgData name="Nidan, Gajanan" userId="eaa57c11-52bd-4542-8a51-8d715278bd3a" providerId="ADAL" clId="{A5904FCF-776C-4E03-8ACD-408E30A79743}" dt="2024-09-10T13:57:58.954" v="2637" actId="14100"/>
          <ac:cxnSpMkLst>
            <pc:docMk/>
            <pc:sldMk cId="3138423751" sldId="256"/>
            <ac:cxnSpMk id="60" creationId="{892F2C39-C358-6406-4C9B-680ED3C3D2EA}"/>
          </ac:cxnSpMkLst>
        </pc:cxnChg>
        <pc:cxnChg chg="add mod topLvl">
          <ac:chgData name="Nidan, Gajanan" userId="eaa57c11-52bd-4542-8a51-8d715278bd3a" providerId="ADAL" clId="{A5904FCF-776C-4E03-8ACD-408E30A79743}" dt="2024-09-10T13:35:09.449" v="2297" actId="165"/>
          <ac:cxnSpMkLst>
            <pc:docMk/>
            <pc:sldMk cId="3138423751" sldId="256"/>
            <ac:cxnSpMk id="62" creationId="{F2CB4E2C-FB22-A502-5838-70EAA0F29EA9}"/>
          </ac:cxnSpMkLst>
        </pc:cxnChg>
        <pc:cxnChg chg="add mod topLvl">
          <ac:chgData name="Nidan, Gajanan" userId="eaa57c11-52bd-4542-8a51-8d715278bd3a" providerId="ADAL" clId="{A5904FCF-776C-4E03-8ACD-408E30A79743}" dt="2024-09-10T13:35:09.449" v="2297" actId="165"/>
          <ac:cxnSpMkLst>
            <pc:docMk/>
            <pc:sldMk cId="3138423751" sldId="256"/>
            <ac:cxnSpMk id="66" creationId="{928F3EFE-8D27-9F3B-E250-648924444616}"/>
          </ac:cxnSpMkLst>
        </pc:cxnChg>
        <pc:cxnChg chg="add mod topLvl">
          <ac:chgData name="Nidan, Gajanan" userId="eaa57c11-52bd-4542-8a51-8d715278bd3a" providerId="ADAL" clId="{A5904FCF-776C-4E03-8ACD-408E30A79743}" dt="2024-09-10T13:35:09.449" v="2297" actId="165"/>
          <ac:cxnSpMkLst>
            <pc:docMk/>
            <pc:sldMk cId="3138423751" sldId="256"/>
            <ac:cxnSpMk id="67" creationId="{B805A735-1355-1D3D-9E92-B0B7E59A4939}"/>
          </ac:cxnSpMkLst>
        </pc:cxnChg>
        <pc:cxnChg chg="add mod topLvl">
          <ac:chgData name="Nidan, Gajanan" userId="eaa57c11-52bd-4542-8a51-8d715278bd3a" providerId="ADAL" clId="{A5904FCF-776C-4E03-8ACD-408E30A79743}" dt="2024-09-10T13:35:09.449" v="2297" actId="165"/>
          <ac:cxnSpMkLst>
            <pc:docMk/>
            <pc:sldMk cId="3138423751" sldId="256"/>
            <ac:cxnSpMk id="68" creationId="{508C6F95-9A23-6353-A197-F3247114A366}"/>
          </ac:cxnSpMkLst>
        </pc:cxnChg>
        <pc:cxnChg chg="add mod topLvl">
          <ac:chgData name="Nidan, Gajanan" userId="eaa57c11-52bd-4542-8a51-8d715278bd3a" providerId="ADAL" clId="{A5904FCF-776C-4E03-8ACD-408E30A79743}" dt="2024-09-10T13:35:09.449" v="2297" actId="165"/>
          <ac:cxnSpMkLst>
            <pc:docMk/>
            <pc:sldMk cId="3138423751" sldId="256"/>
            <ac:cxnSpMk id="69" creationId="{3C407BCB-3728-84CA-9973-7E5CD405D093}"/>
          </ac:cxnSpMkLst>
        </pc:cxnChg>
        <pc:cxnChg chg="add mod topLvl">
          <ac:chgData name="Nidan, Gajanan" userId="eaa57c11-52bd-4542-8a51-8d715278bd3a" providerId="ADAL" clId="{A5904FCF-776C-4E03-8ACD-408E30A79743}" dt="2024-09-10T13:35:09.449" v="2297" actId="165"/>
          <ac:cxnSpMkLst>
            <pc:docMk/>
            <pc:sldMk cId="3138423751" sldId="256"/>
            <ac:cxnSpMk id="70" creationId="{DEE9364C-913F-F2E3-D97F-C6E698659450}"/>
          </ac:cxnSpMkLst>
        </pc:cxnChg>
        <pc:cxnChg chg="add mod topLvl">
          <ac:chgData name="Nidan, Gajanan" userId="eaa57c11-52bd-4542-8a51-8d715278bd3a" providerId="ADAL" clId="{A5904FCF-776C-4E03-8ACD-408E30A79743}" dt="2024-09-10T13:35:09.449" v="2297" actId="165"/>
          <ac:cxnSpMkLst>
            <pc:docMk/>
            <pc:sldMk cId="3138423751" sldId="256"/>
            <ac:cxnSpMk id="88" creationId="{689788BC-4230-8A49-DD7B-EB9D3E839D12}"/>
          </ac:cxnSpMkLst>
        </pc:cxnChg>
        <pc:cxnChg chg="add mod topLvl">
          <ac:chgData name="Nidan, Gajanan" userId="eaa57c11-52bd-4542-8a51-8d715278bd3a" providerId="ADAL" clId="{A5904FCF-776C-4E03-8ACD-408E30A79743}" dt="2024-09-10T13:57:48.206" v="2636" actId="1035"/>
          <ac:cxnSpMkLst>
            <pc:docMk/>
            <pc:sldMk cId="3138423751" sldId="256"/>
            <ac:cxnSpMk id="89" creationId="{FD964E58-3680-D9D8-3501-B99491E77FA2}"/>
          </ac:cxnSpMkLst>
        </pc:cxnChg>
        <pc:cxnChg chg="add del mod">
          <ac:chgData name="Nidan, Gajanan" userId="eaa57c11-52bd-4542-8a51-8d715278bd3a" providerId="ADAL" clId="{A5904FCF-776C-4E03-8ACD-408E30A79743}" dt="2024-09-10T13:24:18.418" v="2154" actId="478"/>
          <ac:cxnSpMkLst>
            <pc:docMk/>
            <pc:sldMk cId="3138423751" sldId="256"/>
            <ac:cxnSpMk id="90" creationId="{61741D07-AAC7-B2F4-349D-604E40452718}"/>
          </ac:cxnSpMkLst>
        </pc:cxnChg>
        <pc:cxnChg chg="add del mod">
          <ac:chgData name="Nidan, Gajanan" userId="eaa57c11-52bd-4542-8a51-8d715278bd3a" providerId="ADAL" clId="{A5904FCF-776C-4E03-8ACD-408E30A79743}" dt="2024-09-10T13:24:19.547" v="2155" actId="478"/>
          <ac:cxnSpMkLst>
            <pc:docMk/>
            <pc:sldMk cId="3138423751" sldId="256"/>
            <ac:cxnSpMk id="91" creationId="{5B2953B4-5FEA-9587-F8AA-582D798B24C8}"/>
          </ac:cxnSpMkLst>
        </pc:cxnChg>
        <pc:cxnChg chg="add mod topLvl">
          <ac:chgData name="Nidan, Gajanan" userId="eaa57c11-52bd-4542-8a51-8d715278bd3a" providerId="ADAL" clId="{A5904FCF-776C-4E03-8ACD-408E30A79743}" dt="2024-09-10T14:03:30.987" v="2741" actId="1036"/>
          <ac:cxnSpMkLst>
            <pc:docMk/>
            <pc:sldMk cId="3138423751" sldId="256"/>
            <ac:cxnSpMk id="98" creationId="{A8D6E20A-B1C0-2D9A-9478-662CE2EF9BF0}"/>
          </ac:cxnSpMkLst>
        </pc:cxnChg>
        <pc:cxnChg chg="add mod topLvl">
          <ac:chgData name="Nidan, Gajanan" userId="eaa57c11-52bd-4542-8a51-8d715278bd3a" providerId="ADAL" clId="{A5904FCF-776C-4E03-8ACD-408E30A79743}" dt="2024-09-10T13:35:09.449" v="2297" actId="165"/>
          <ac:cxnSpMkLst>
            <pc:docMk/>
            <pc:sldMk cId="3138423751" sldId="256"/>
            <ac:cxnSpMk id="100" creationId="{64F1DA15-15EC-A1E8-7DE2-D0222FB60B41}"/>
          </ac:cxnSpMkLst>
        </pc:cxnChg>
        <pc:cxnChg chg="add mod topLvl">
          <ac:chgData name="Nidan, Gajanan" userId="eaa57c11-52bd-4542-8a51-8d715278bd3a" providerId="ADAL" clId="{A5904FCF-776C-4E03-8ACD-408E30A79743}" dt="2024-09-10T13:35:09.449" v="2297" actId="165"/>
          <ac:cxnSpMkLst>
            <pc:docMk/>
            <pc:sldMk cId="3138423751" sldId="256"/>
            <ac:cxnSpMk id="101" creationId="{91CB1F07-D99C-05EC-62AB-BF6B32877549}"/>
          </ac:cxnSpMkLst>
        </pc:cxnChg>
        <pc:cxnChg chg="add mod topLvl">
          <ac:chgData name="Nidan, Gajanan" userId="eaa57c11-52bd-4542-8a51-8d715278bd3a" providerId="ADAL" clId="{A5904FCF-776C-4E03-8ACD-408E30A79743}" dt="2024-09-10T13:35:09.449" v="2297" actId="165"/>
          <ac:cxnSpMkLst>
            <pc:docMk/>
            <pc:sldMk cId="3138423751" sldId="256"/>
            <ac:cxnSpMk id="102" creationId="{7BFC4325-4F65-2D59-55D7-DAF54545D93B}"/>
          </ac:cxnSpMkLst>
        </pc:cxnChg>
        <pc:cxnChg chg="add mod topLvl">
          <ac:chgData name="Nidan, Gajanan" userId="eaa57c11-52bd-4542-8a51-8d715278bd3a" providerId="ADAL" clId="{A5904FCF-776C-4E03-8ACD-408E30A79743}" dt="2024-09-10T13:35:09.449" v="2297" actId="165"/>
          <ac:cxnSpMkLst>
            <pc:docMk/>
            <pc:sldMk cId="3138423751" sldId="256"/>
            <ac:cxnSpMk id="103" creationId="{C6432608-9E5E-3CAF-58C6-120B9062A689}"/>
          </ac:cxnSpMkLst>
        </pc:cxnChg>
        <pc:cxnChg chg="add mod topLvl">
          <ac:chgData name="Nidan, Gajanan" userId="eaa57c11-52bd-4542-8a51-8d715278bd3a" providerId="ADAL" clId="{A5904FCF-776C-4E03-8ACD-408E30A79743}" dt="2024-09-10T13:35:09.449" v="2297" actId="165"/>
          <ac:cxnSpMkLst>
            <pc:docMk/>
            <pc:sldMk cId="3138423751" sldId="256"/>
            <ac:cxnSpMk id="104" creationId="{1CC8481C-13AC-A323-7290-023B3DF43829}"/>
          </ac:cxnSpMkLst>
        </pc:cxnChg>
        <pc:cxnChg chg="add mod topLvl">
          <ac:chgData name="Nidan, Gajanan" userId="eaa57c11-52bd-4542-8a51-8d715278bd3a" providerId="ADAL" clId="{A5904FCF-776C-4E03-8ACD-408E30A79743}" dt="2024-09-10T13:35:09.449" v="2297" actId="165"/>
          <ac:cxnSpMkLst>
            <pc:docMk/>
            <pc:sldMk cId="3138423751" sldId="256"/>
            <ac:cxnSpMk id="105" creationId="{3ECDB3EB-3644-F2E0-F66A-1E6CA1003890}"/>
          </ac:cxnSpMkLst>
        </pc:cxnChg>
        <pc:cxnChg chg="add mod topLvl">
          <ac:chgData name="Nidan, Gajanan" userId="eaa57c11-52bd-4542-8a51-8d715278bd3a" providerId="ADAL" clId="{A5904FCF-776C-4E03-8ACD-408E30A79743}" dt="2024-09-10T13:35:09.449" v="2297" actId="165"/>
          <ac:cxnSpMkLst>
            <pc:docMk/>
            <pc:sldMk cId="3138423751" sldId="256"/>
            <ac:cxnSpMk id="106" creationId="{BD9C7765-AB4B-C937-D6A2-B6B7DE4BD5EF}"/>
          </ac:cxnSpMkLst>
        </pc:cxnChg>
        <pc:cxnChg chg="add mod topLvl">
          <ac:chgData name="Nidan, Gajanan" userId="eaa57c11-52bd-4542-8a51-8d715278bd3a" providerId="ADAL" clId="{A5904FCF-776C-4E03-8ACD-408E30A79743}" dt="2024-09-10T13:35:09.449" v="2297" actId="165"/>
          <ac:cxnSpMkLst>
            <pc:docMk/>
            <pc:sldMk cId="3138423751" sldId="256"/>
            <ac:cxnSpMk id="107" creationId="{58AE154E-7343-F126-6D78-FF384C88FBFD}"/>
          </ac:cxnSpMkLst>
        </pc:cxnChg>
        <pc:cxnChg chg="add mod topLvl">
          <ac:chgData name="Nidan, Gajanan" userId="eaa57c11-52bd-4542-8a51-8d715278bd3a" providerId="ADAL" clId="{A5904FCF-776C-4E03-8ACD-408E30A79743}" dt="2024-09-10T13:58:32.491" v="2652" actId="1035"/>
          <ac:cxnSpMkLst>
            <pc:docMk/>
            <pc:sldMk cId="3138423751" sldId="256"/>
            <ac:cxnSpMk id="108" creationId="{52B7307D-6264-83A8-2C1F-FFAADF9D041C}"/>
          </ac:cxnSpMkLst>
        </pc:cxnChg>
        <pc:cxnChg chg="add mod topLvl">
          <ac:chgData name="Nidan, Gajanan" userId="eaa57c11-52bd-4542-8a51-8d715278bd3a" providerId="ADAL" clId="{A5904FCF-776C-4E03-8ACD-408E30A79743}" dt="2024-09-10T13:58:20.536" v="2645" actId="1035"/>
          <ac:cxnSpMkLst>
            <pc:docMk/>
            <pc:sldMk cId="3138423751" sldId="256"/>
            <ac:cxnSpMk id="109" creationId="{611F76BB-F481-410D-7734-C2305D8B062A}"/>
          </ac:cxnSpMkLst>
        </pc:cxnChg>
        <pc:cxnChg chg="add mod topLvl">
          <ac:chgData name="Nidan, Gajanan" userId="eaa57c11-52bd-4542-8a51-8d715278bd3a" providerId="ADAL" clId="{A5904FCF-776C-4E03-8ACD-408E30A79743}" dt="2024-09-10T13:59:13.617" v="2675" actId="1035"/>
          <ac:cxnSpMkLst>
            <pc:docMk/>
            <pc:sldMk cId="3138423751" sldId="256"/>
            <ac:cxnSpMk id="110" creationId="{EC83918E-412F-ED40-06F3-EDF19B6506CE}"/>
          </ac:cxnSpMkLst>
        </pc:cxnChg>
        <pc:cxnChg chg="add mod topLvl">
          <ac:chgData name="Nidan, Gajanan" userId="eaa57c11-52bd-4542-8a51-8d715278bd3a" providerId="ADAL" clId="{A5904FCF-776C-4E03-8ACD-408E30A79743}" dt="2024-09-10T13:59:13.617" v="2675" actId="1035"/>
          <ac:cxnSpMkLst>
            <pc:docMk/>
            <pc:sldMk cId="3138423751" sldId="256"/>
            <ac:cxnSpMk id="111" creationId="{6430C748-0E49-3B72-2C72-790C6666B1BC}"/>
          </ac:cxnSpMkLst>
        </pc:cxnChg>
        <pc:cxnChg chg="add mod topLvl">
          <ac:chgData name="Nidan, Gajanan" userId="eaa57c11-52bd-4542-8a51-8d715278bd3a" providerId="ADAL" clId="{A5904FCF-776C-4E03-8ACD-408E30A79743}" dt="2024-09-10T13:35:09.449" v="2297" actId="165"/>
          <ac:cxnSpMkLst>
            <pc:docMk/>
            <pc:sldMk cId="3138423751" sldId="256"/>
            <ac:cxnSpMk id="112" creationId="{566B7809-4C57-0F2C-AEF0-B485A8D8023B}"/>
          </ac:cxnSpMkLst>
        </pc:cxnChg>
        <pc:cxnChg chg="add mod topLvl">
          <ac:chgData name="Nidan, Gajanan" userId="eaa57c11-52bd-4542-8a51-8d715278bd3a" providerId="ADAL" clId="{A5904FCF-776C-4E03-8ACD-408E30A79743}" dt="2024-09-10T13:35:09.449" v="2297" actId="165"/>
          <ac:cxnSpMkLst>
            <pc:docMk/>
            <pc:sldMk cId="3138423751" sldId="256"/>
            <ac:cxnSpMk id="113" creationId="{942BF938-55C0-20D0-C117-CD78BAE9D52A}"/>
          </ac:cxnSpMkLst>
        </pc:cxnChg>
        <pc:cxnChg chg="add del mod">
          <ac:chgData name="Nidan, Gajanan" userId="eaa57c11-52bd-4542-8a51-8d715278bd3a" providerId="ADAL" clId="{A5904FCF-776C-4E03-8ACD-408E30A79743}" dt="2024-09-10T13:41:06.446" v="2368" actId="478"/>
          <ac:cxnSpMkLst>
            <pc:docMk/>
            <pc:sldMk cId="3138423751" sldId="256"/>
            <ac:cxnSpMk id="118" creationId="{E66C55CF-76D1-2843-97BF-0AA67A1101C2}"/>
          </ac:cxnSpMkLst>
        </pc:cxnChg>
        <pc:cxnChg chg="add mod">
          <ac:chgData name="Nidan, Gajanan" userId="eaa57c11-52bd-4542-8a51-8d715278bd3a" providerId="ADAL" clId="{A5904FCF-776C-4E03-8ACD-408E30A79743}" dt="2024-09-10T13:51:11.478" v="2452" actId="14100"/>
          <ac:cxnSpMkLst>
            <pc:docMk/>
            <pc:sldMk cId="3138423751" sldId="256"/>
            <ac:cxnSpMk id="119" creationId="{ABB9FD9A-FFE1-508C-4C80-2DC3ACFAE8CD}"/>
          </ac:cxnSpMkLst>
        </pc:cxnChg>
        <pc:cxnChg chg="add mod">
          <ac:chgData name="Nidan, Gajanan" userId="eaa57c11-52bd-4542-8a51-8d715278bd3a" providerId="ADAL" clId="{A5904FCF-776C-4E03-8ACD-408E30A79743}" dt="2024-09-10T13:51:04.732" v="2451" actId="14100"/>
          <ac:cxnSpMkLst>
            <pc:docMk/>
            <pc:sldMk cId="3138423751" sldId="256"/>
            <ac:cxnSpMk id="120" creationId="{89E1B5CC-FD05-8E48-1116-9BB4DB3A58FF}"/>
          </ac:cxnSpMkLst>
        </pc:cxnChg>
        <pc:cxnChg chg="add mod">
          <ac:chgData name="Nidan, Gajanan" userId="eaa57c11-52bd-4542-8a51-8d715278bd3a" providerId="ADAL" clId="{A5904FCF-776C-4E03-8ACD-408E30A79743}" dt="2024-09-10T13:55:27.420" v="2550" actId="692"/>
          <ac:cxnSpMkLst>
            <pc:docMk/>
            <pc:sldMk cId="3138423751" sldId="256"/>
            <ac:cxnSpMk id="128" creationId="{C0271BD7-26E1-D786-7589-E1F615DCA445}"/>
          </ac:cxnSpMkLst>
        </pc:cxnChg>
        <pc:cxnChg chg="add mod">
          <ac:chgData name="Nidan, Gajanan" userId="eaa57c11-52bd-4542-8a51-8d715278bd3a" providerId="ADAL" clId="{A5904FCF-776C-4E03-8ACD-408E30A79743}" dt="2024-09-10T13:55:34.398" v="2551" actId="692"/>
          <ac:cxnSpMkLst>
            <pc:docMk/>
            <pc:sldMk cId="3138423751" sldId="256"/>
            <ac:cxnSpMk id="130" creationId="{CBFBF21C-309C-9C2C-4898-E66F6543CF0F}"/>
          </ac:cxnSpMkLst>
        </pc:cxnChg>
        <pc:cxnChg chg="add mod">
          <ac:chgData name="Nidan, Gajanan" userId="eaa57c11-52bd-4542-8a51-8d715278bd3a" providerId="ADAL" clId="{A5904FCF-776C-4E03-8ACD-408E30A79743}" dt="2024-09-10T14:01:47.930" v="2708" actId="692"/>
          <ac:cxnSpMkLst>
            <pc:docMk/>
            <pc:sldMk cId="3138423751" sldId="256"/>
            <ac:cxnSpMk id="135" creationId="{EAAD52FA-C318-A632-5CDD-194021120036}"/>
          </ac:cxnSpMkLst>
        </pc:cxnChg>
        <pc:cxnChg chg="add mod">
          <ac:chgData name="Nidan, Gajanan" userId="eaa57c11-52bd-4542-8a51-8d715278bd3a" providerId="ADAL" clId="{A5904FCF-776C-4E03-8ACD-408E30A79743}" dt="2024-09-10T14:01:58.699" v="2713" actId="1036"/>
          <ac:cxnSpMkLst>
            <pc:docMk/>
            <pc:sldMk cId="3138423751" sldId="256"/>
            <ac:cxnSpMk id="137" creationId="{01AE6B97-F165-4B17-1F8F-4299EEE46D63}"/>
          </ac:cxnSpMkLst>
        </pc:cxnChg>
      </pc:sldChg>
      <pc:sldChg chg="modSp add del mod ord setBg">
        <pc:chgData name="Nidan, Gajanan" userId="eaa57c11-52bd-4542-8a51-8d715278bd3a" providerId="ADAL" clId="{A5904FCF-776C-4E03-8ACD-408E30A79743}" dt="2024-09-10T14:12:51.208" v="2912" actId="207"/>
        <pc:sldMkLst>
          <pc:docMk/>
          <pc:sldMk cId="3902055865" sldId="258"/>
        </pc:sldMkLst>
        <pc:spChg chg="mod">
          <ac:chgData name="Nidan, Gajanan" userId="eaa57c11-52bd-4542-8a51-8d715278bd3a" providerId="ADAL" clId="{A5904FCF-776C-4E03-8ACD-408E30A79743}" dt="2024-09-10T14:12:51.208" v="2912" actId="207"/>
          <ac:spMkLst>
            <pc:docMk/>
            <pc:sldMk cId="3902055865" sldId="258"/>
            <ac:spMk id="3" creationId="{DCDC5BD5-3004-4348-9EF4-1B8D916D75F9}"/>
          </ac:spMkLst>
        </pc:spChg>
      </pc:sldChg>
    </pc:docChg>
  </pc:docChgLst>
  <pc:docChgLst>
    <pc:chgData name="Chachra, Manas (CSW)" userId="5193a0b7-2dea-4d4d-b5c0-27f0581125ae" providerId="ADAL" clId="{3C615855-508E-4076-9918-101A9C5F7E53}"/>
    <pc:docChg chg="undo custSel addSld delSld modSld sldOrd">
      <pc:chgData name="Chachra, Manas (CSW)" userId="5193a0b7-2dea-4d4d-b5c0-27f0581125ae" providerId="ADAL" clId="{3C615855-508E-4076-9918-101A9C5F7E53}" dt="2024-12-11T06:39:36.101" v="818" actId="20577"/>
      <pc:docMkLst>
        <pc:docMk/>
      </pc:docMkLst>
      <pc:sldChg chg="addSp modSp mod">
        <pc:chgData name="Chachra, Manas (CSW)" userId="5193a0b7-2dea-4d4d-b5c0-27f0581125ae" providerId="ADAL" clId="{3C615855-508E-4076-9918-101A9C5F7E53}" dt="2024-12-11T06:33:55.941" v="808" actId="15"/>
        <pc:sldMkLst>
          <pc:docMk/>
          <pc:sldMk cId="3902055865" sldId="258"/>
        </pc:sldMkLst>
        <pc:spChg chg="mod">
          <ac:chgData name="Chachra, Manas (CSW)" userId="5193a0b7-2dea-4d4d-b5c0-27f0581125ae" providerId="ADAL" clId="{3C615855-508E-4076-9918-101A9C5F7E53}" dt="2024-12-11T06:33:55.941" v="808" actId="15"/>
          <ac:spMkLst>
            <pc:docMk/>
            <pc:sldMk cId="3902055865" sldId="258"/>
            <ac:spMk id="2" creationId="{FA8FDB65-B383-40EE-E13E-767E6F90E904}"/>
          </ac:spMkLst>
        </pc:spChg>
        <pc:spChg chg="mod">
          <ac:chgData name="Chachra, Manas (CSW)" userId="5193a0b7-2dea-4d4d-b5c0-27f0581125ae" providerId="ADAL" clId="{3C615855-508E-4076-9918-101A9C5F7E53}" dt="2024-12-11T05:45:01.694" v="536" actId="14100"/>
          <ac:spMkLst>
            <pc:docMk/>
            <pc:sldMk cId="3902055865" sldId="258"/>
            <ac:spMk id="3" creationId="{DCDC5BD5-3004-4348-9EF4-1B8D916D75F9}"/>
          </ac:spMkLst>
        </pc:spChg>
        <pc:picChg chg="add mod">
          <ac:chgData name="Chachra, Manas (CSW)" userId="5193a0b7-2dea-4d4d-b5c0-27f0581125ae" providerId="ADAL" clId="{3C615855-508E-4076-9918-101A9C5F7E53}" dt="2024-12-11T05:45:35.646" v="544"/>
          <ac:picMkLst>
            <pc:docMk/>
            <pc:sldMk cId="3902055865" sldId="258"/>
            <ac:picMk id="4" creationId="{C5C5F30A-D800-4831-954F-AF40E95E9486}"/>
          </ac:picMkLst>
        </pc:picChg>
      </pc:sldChg>
      <pc:sldChg chg="modSp mod">
        <pc:chgData name="Chachra, Manas (CSW)" userId="5193a0b7-2dea-4d4d-b5c0-27f0581125ae" providerId="ADAL" clId="{3C615855-508E-4076-9918-101A9C5F7E53}" dt="2024-12-11T04:38:59.818" v="482" actId="255"/>
        <pc:sldMkLst>
          <pc:docMk/>
          <pc:sldMk cId="2571055565" sldId="259"/>
        </pc:sldMkLst>
        <pc:spChg chg="mod">
          <ac:chgData name="Chachra, Manas (CSW)" userId="5193a0b7-2dea-4d4d-b5c0-27f0581125ae" providerId="ADAL" clId="{3C615855-508E-4076-9918-101A9C5F7E53}" dt="2024-12-11T04:38:59.818" v="482" actId="255"/>
          <ac:spMkLst>
            <pc:docMk/>
            <pc:sldMk cId="2571055565" sldId="259"/>
            <ac:spMk id="6" creationId="{BD0A0A8C-2373-98A9-1DFC-02ED5A5D5CAF}"/>
          </ac:spMkLst>
        </pc:spChg>
      </pc:sldChg>
      <pc:sldChg chg="modSp mod">
        <pc:chgData name="Chachra, Manas (CSW)" userId="5193a0b7-2dea-4d4d-b5c0-27f0581125ae" providerId="ADAL" clId="{3C615855-508E-4076-9918-101A9C5F7E53}" dt="2024-12-11T06:39:36.101" v="818" actId="20577"/>
        <pc:sldMkLst>
          <pc:docMk/>
          <pc:sldMk cId="2660822318" sldId="260"/>
        </pc:sldMkLst>
        <pc:graphicFrameChg chg="modGraphic">
          <ac:chgData name="Chachra, Manas (CSW)" userId="5193a0b7-2dea-4d4d-b5c0-27f0581125ae" providerId="ADAL" clId="{3C615855-508E-4076-9918-101A9C5F7E53}" dt="2024-12-11T06:39:36.101" v="818" actId="20577"/>
          <ac:graphicFrameMkLst>
            <pc:docMk/>
            <pc:sldMk cId="2660822318" sldId="260"/>
            <ac:graphicFrameMk id="4" creationId="{F7DA8973-399D-FF87-4E16-A7182EEBF764}"/>
          </ac:graphicFrameMkLst>
        </pc:graphicFrameChg>
      </pc:sldChg>
      <pc:sldChg chg="delSp modSp add del mod">
        <pc:chgData name="Chachra, Manas (CSW)" userId="5193a0b7-2dea-4d4d-b5c0-27f0581125ae" providerId="ADAL" clId="{3C615855-508E-4076-9918-101A9C5F7E53}" dt="2024-12-11T04:33:10.584" v="71" actId="47"/>
        <pc:sldMkLst>
          <pc:docMk/>
          <pc:sldMk cId="2609783511" sldId="261"/>
        </pc:sldMkLst>
        <pc:spChg chg="mod">
          <ac:chgData name="Chachra, Manas (CSW)" userId="5193a0b7-2dea-4d4d-b5c0-27f0581125ae" providerId="ADAL" clId="{3C615855-508E-4076-9918-101A9C5F7E53}" dt="2024-12-11T04:32:25.135" v="66" actId="20577"/>
          <ac:spMkLst>
            <pc:docMk/>
            <pc:sldMk cId="2609783511" sldId="261"/>
            <ac:spMk id="2" creationId="{92D0C4DB-C45C-8425-8D56-D48AE4C5F651}"/>
          </ac:spMkLst>
        </pc:spChg>
        <pc:graphicFrameChg chg="del">
          <ac:chgData name="Chachra, Manas (CSW)" userId="5193a0b7-2dea-4d4d-b5c0-27f0581125ae" providerId="ADAL" clId="{3C615855-508E-4076-9918-101A9C5F7E53}" dt="2024-12-11T04:32:30.127" v="67" actId="478"/>
          <ac:graphicFrameMkLst>
            <pc:docMk/>
            <pc:sldMk cId="2609783511" sldId="261"/>
            <ac:graphicFrameMk id="4" creationId="{F7DA8973-399D-FF87-4E16-A7182EEBF764}"/>
          </ac:graphicFrameMkLst>
        </pc:graphicFrameChg>
      </pc:sldChg>
      <pc:sldChg chg="new del">
        <pc:chgData name="Chachra, Manas (CSW)" userId="5193a0b7-2dea-4d4d-b5c0-27f0581125ae" providerId="ADAL" clId="{3C615855-508E-4076-9918-101A9C5F7E53}" dt="2024-12-11T04:26:44.697" v="6" actId="2696"/>
        <pc:sldMkLst>
          <pc:docMk/>
          <pc:sldMk cId="4056028891" sldId="261"/>
        </pc:sldMkLst>
      </pc:sldChg>
      <pc:sldChg chg="new del">
        <pc:chgData name="Chachra, Manas (CSW)" userId="5193a0b7-2dea-4d4d-b5c0-27f0581125ae" providerId="ADAL" clId="{3C615855-508E-4076-9918-101A9C5F7E53}" dt="2024-12-11T04:32:45.119" v="69" actId="47"/>
        <pc:sldMkLst>
          <pc:docMk/>
          <pc:sldMk cId="922640245" sldId="262"/>
        </pc:sldMkLst>
      </pc:sldChg>
      <pc:sldChg chg="modSp new mod ord">
        <pc:chgData name="Chachra, Manas (CSW)" userId="5193a0b7-2dea-4d4d-b5c0-27f0581125ae" providerId="ADAL" clId="{3C615855-508E-4076-9918-101A9C5F7E53}" dt="2024-12-11T06:17:07.572" v="677" actId="27636"/>
        <pc:sldMkLst>
          <pc:docMk/>
          <pc:sldMk cId="2542687849" sldId="262"/>
        </pc:sldMkLst>
        <pc:spChg chg="mod">
          <ac:chgData name="Chachra, Manas (CSW)" userId="5193a0b7-2dea-4d4d-b5c0-27f0581125ae" providerId="ADAL" clId="{3C615855-508E-4076-9918-101A9C5F7E53}" dt="2024-12-11T04:39:06.785" v="483" actId="255"/>
          <ac:spMkLst>
            <pc:docMk/>
            <pc:sldMk cId="2542687849" sldId="262"/>
            <ac:spMk id="2" creationId="{A5D91C35-59C0-4FB8-6A88-D224BFE3AEBE}"/>
          </ac:spMkLst>
        </pc:spChg>
        <pc:spChg chg="mod">
          <ac:chgData name="Chachra, Manas (CSW)" userId="5193a0b7-2dea-4d4d-b5c0-27f0581125ae" providerId="ADAL" clId="{3C615855-508E-4076-9918-101A9C5F7E53}" dt="2024-12-11T06:17:07.572" v="677" actId="27636"/>
          <ac:spMkLst>
            <pc:docMk/>
            <pc:sldMk cId="2542687849" sldId="262"/>
            <ac:spMk id="3" creationId="{F0A8A34E-78BD-A5F1-21C9-7C07DF158C08}"/>
          </ac:spMkLst>
        </pc:spChg>
      </pc:sldChg>
      <pc:sldChg chg="delSp modSp new mod">
        <pc:chgData name="Chachra, Manas (CSW)" userId="5193a0b7-2dea-4d4d-b5c0-27f0581125ae" providerId="ADAL" clId="{3C615855-508E-4076-9918-101A9C5F7E53}" dt="2024-12-11T06:15:18.587" v="670" actId="27636"/>
        <pc:sldMkLst>
          <pc:docMk/>
          <pc:sldMk cId="2359100481" sldId="263"/>
        </pc:sldMkLst>
        <pc:spChg chg="del">
          <ac:chgData name="Chachra, Manas (CSW)" userId="5193a0b7-2dea-4d4d-b5c0-27f0581125ae" providerId="ADAL" clId="{3C615855-508E-4076-9918-101A9C5F7E53}" dt="2024-12-11T06:15:03.077" v="661" actId="478"/>
          <ac:spMkLst>
            <pc:docMk/>
            <pc:sldMk cId="2359100481" sldId="263"/>
            <ac:spMk id="2" creationId="{F35EA45B-81A6-6F07-AED9-03B65AB20C7C}"/>
          </ac:spMkLst>
        </pc:spChg>
        <pc:spChg chg="mod">
          <ac:chgData name="Chachra, Manas (CSW)" userId="5193a0b7-2dea-4d4d-b5c0-27f0581125ae" providerId="ADAL" clId="{3C615855-508E-4076-9918-101A9C5F7E53}" dt="2024-12-11T06:15:18.587" v="670" actId="27636"/>
          <ac:spMkLst>
            <pc:docMk/>
            <pc:sldMk cId="2359100481" sldId="263"/>
            <ac:spMk id="3" creationId="{F0B06F7F-F249-2C96-AB7A-DA288A3C135E}"/>
          </ac:spMkLst>
        </pc:spChg>
      </pc:sldChg>
      <pc:sldChg chg="delSp modSp new mod">
        <pc:chgData name="Chachra, Manas (CSW)" userId="5193a0b7-2dea-4d4d-b5c0-27f0581125ae" providerId="ADAL" clId="{3C615855-508E-4076-9918-101A9C5F7E53}" dt="2024-12-11T06:34:53.497" v="814" actId="20577"/>
        <pc:sldMkLst>
          <pc:docMk/>
          <pc:sldMk cId="959415315" sldId="264"/>
        </pc:sldMkLst>
        <pc:spChg chg="del">
          <ac:chgData name="Chachra, Manas (CSW)" userId="5193a0b7-2dea-4d4d-b5c0-27f0581125ae" providerId="ADAL" clId="{3C615855-508E-4076-9918-101A9C5F7E53}" dt="2024-12-11T06:23:37.869" v="679" actId="478"/>
          <ac:spMkLst>
            <pc:docMk/>
            <pc:sldMk cId="959415315" sldId="264"/>
            <ac:spMk id="2" creationId="{B179FD46-1C6E-7D0B-8D51-80CCC2CB90C1}"/>
          </ac:spMkLst>
        </pc:spChg>
        <pc:spChg chg="mod">
          <ac:chgData name="Chachra, Manas (CSW)" userId="5193a0b7-2dea-4d4d-b5c0-27f0581125ae" providerId="ADAL" clId="{3C615855-508E-4076-9918-101A9C5F7E53}" dt="2024-12-11T06:34:53.497" v="814" actId="20577"/>
          <ac:spMkLst>
            <pc:docMk/>
            <pc:sldMk cId="959415315" sldId="264"/>
            <ac:spMk id="3" creationId="{24CC2F2B-4082-225C-C60D-755F553739C4}"/>
          </ac:spMkLst>
        </pc:spChg>
      </pc:sldChg>
    </pc:docChg>
  </pc:docChgLst>
  <pc:docChgLst>
    <pc:chgData name="Nidan, Gajanan" userId="eaa57c11-52bd-4542-8a51-8d715278bd3a" providerId="ADAL" clId="{9C0A6C19-D9E3-4822-B6A8-2CC74F99B696}"/>
    <pc:docChg chg="custSel addSld modSld">
      <pc:chgData name="Nidan, Gajanan" userId="eaa57c11-52bd-4542-8a51-8d715278bd3a" providerId="ADAL" clId="{9C0A6C19-D9E3-4822-B6A8-2CC74F99B696}" dt="2024-10-25T06:13:51.840" v="739" actId="20577"/>
      <pc:docMkLst>
        <pc:docMk/>
      </pc:docMkLst>
      <pc:sldChg chg="addSp delSp modSp new mod">
        <pc:chgData name="Nidan, Gajanan" userId="eaa57c11-52bd-4542-8a51-8d715278bd3a" providerId="ADAL" clId="{9C0A6C19-D9E3-4822-B6A8-2CC74F99B696}" dt="2024-10-25T06:13:51.840" v="739" actId="20577"/>
        <pc:sldMkLst>
          <pc:docMk/>
          <pc:sldMk cId="2571055565" sldId="259"/>
        </pc:sldMkLst>
        <pc:spChg chg="del">
          <ac:chgData name="Nidan, Gajanan" userId="eaa57c11-52bd-4542-8a51-8d715278bd3a" providerId="ADAL" clId="{9C0A6C19-D9E3-4822-B6A8-2CC74F99B696}" dt="2024-10-21T08:38:42.601" v="1" actId="478"/>
          <ac:spMkLst>
            <pc:docMk/>
            <pc:sldMk cId="2571055565" sldId="259"/>
            <ac:spMk id="2" creationId="{1DD29DC8-65FF-776A-BC14-FE6BBADD6DB7}"/>
          </ac:spMkLst>
        </pc:spChg>
        <pc:spChg chg="del mod">
          <ac:chgData name="Nidan, Gajanan" userId="eaa57c11-52bd-4542-8a51-8d715278bd3a" providerId="ADAL" clId="{9C0A6C19-D9E3-4822-B6A8-2CC74F99B696}" dt="2024-10-21T08:39:11.460" v="45" actId="478"/>
          <ac:spMkLst>
            <pc:docMk/>
            <pc:sldMk cId="2571055565" sldId="259"/>
            <ac:spMk id="3" creationId="{BE84E6E3-99D3-2B53-BDC2-9598FCA83312}"/>
          </ac:spMkLst>
        </pc:spChg>
        <pc:spChg chg="add del mod">
          <ac:chgData name="Nidan, Gajanan" userId="eaa57c11-52bd-4542-8a51-8d715278bd3a" providerId="ADAL" clId="{9C0A6C19-D9E3-4822-B6A8-2CC74F99B696}" dt="2024-10-21T08:39:14.175" v="46" actId="478"/>
          <ac:spMkLst>
            <pc:docMk/>
            <pc:sldMk cId="2571055565" sldId="259"/>
            <ac:spMk id="5" creationId="{0F47E57B-4AE8-0B00-DACE-A5C47FDB9B96}"/>
          </ac:spMkLst>
        </pc:spChg>
        <pc:spChg chg="add mod">
          <ac:chgData name="Nidan, Gajanan" userId="eaa57c11-52bd-4542-8a51-8d715278bd3a" providerId="ADAL" clId="{9C0A6C19-D9E3-4822-B6A8-2CC74F99B696}" dt="2024-10-25T06:13:51.840" v="739" actId="20577"/>
          <ac:spMkLst>
            <pc:docMk/>
            <pc:sldMk cId="2571055565" sldId="259"/>
            <ac:spMk id="6" creationId="{BD0A0A8C-2373-98A9-1DFC-02ED5A5D5CA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11D074-E9B3-45E0-A14B-704F0659F5AD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DBBA57-9F7E-4FCB-A73A-6C64C9F27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958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DBBA57-9F7E-4FCB-A73A-6C64C9F2756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5A917-E2CD-5DEE-5171-6A010FB48A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849710-7021-6BF2-BC0B-FE28F3F3AD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E2100-A1B4-EA25-A8D9-8AD23CC04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C3742-1DB8-4977-8DF4-194D1E9A6FF2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B0556-D76F-8333-981D-FDDD003BB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28502-DFEC-7924-439C-B308962A7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B77A6-D75E-404F-8A3C-DE4E030D3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421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F9470-CE12-35A2-476F-DF16A089F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4E3FC-6D71-A7D8-72E2-F0BD6BD75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48804-E907-D2D4-4575-572AA641C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C3742-1DB8-4977-8DF4-194D1E9A6FF2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3B27A-C6EA-5BF4-9010-D4A62765B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3351D-CBF5-C827-138C-D0CECA085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B77A6-D75E-404F-8A3C-DE4E030D3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718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4EBAD-EDF6-704B-552A-D5C6CE04B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660202-58CC-2392-96EA-9330AFFF4E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651EC-586E-D10D-F5C8-050BAED9A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C3742-1DB8-4977-8DF4-194D1E9A6FF2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471E1-74F8-0C81-A474-A3C8F0288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1E52E-379D-7376-C919-AB5B9B2B5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B77A6-D75E-404F-8A3C-DE4E030D3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85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0AC57-3102-6ED6-7319-3E2769E0C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20CA9-2FE4-800E-A515-B7D03C9B1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DA0B4A-67FF-6FB2-3171-2F64FE6282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9DF021-B22B-72A4-DCBF-D05E8650F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C3742-1DB8-4977-8DF4-194D1E9A6FF2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747ED8-402D-936D-E179-EDF990C89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FC88C-3EA3-563D-B797-DE5DBDAC8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B77A6-D75E-404F-8A3C-DE4E030D3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105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6F085-A982-6C22-15CB-220EB5248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4EC37D-6AC9-48FE-237F-49E9BA9EC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CFD9BE-A355-1BFA-9E16-4C06D16901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6E018F-5A29-E551-61FA-4FAF34052A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3BFE51-2309-1512-3093-DB30479B24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3C5817-C9A6-B708-2463-C88DBF5E8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C3742-1DB8-4977-8DF4-194D1E9A6FF2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D900D4-1EA3-AB6F-C071-87B034A7E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34A53F-85C8-90BF-D484-E5902DD26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B77A6-D75E-404F-8A3C-DE4E030D3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909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13A6E-7792-1472-EDF0-840AB89F8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09ECFD-A1F3-E911-E6CA-FEF9DE81E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C3742-1DB8-4977-8DF4-194D1E9A6FF2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8CABD-0C25-19F9-4344-565AC9678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AC381B-DCAA-5F24-B22E-D9F58C293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B77A6-D75E-404F-8A3C-DE4E030D3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538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9D7616-9683-4CA2-B7A6-C734D2F3D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C3742-1DB8-4977-8DF4-194D1E9A6FF2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1F56A7-3668-B28F-FF60-5D37E6B5E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5063B-2C15-AD86-B357-AFBC02745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B77A6-D75E-404F-8A3C-DE4E030D3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563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252CC-9714-6CAC-1EA5-D44AECFBC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5D0BC-CF89-B144-105D-A3B30DB6A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C48E23-FA65-889E-33A0-9A338A9A22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F65729-B4EB-2FA7-223C-40B0C19E2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C3742-1DB8-4977-8DF4-194D1E9A6FF2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F9BB2-472A-50C8-FFFA-C6816E976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9402D-A5E0-06F3-D56C-A927F0186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B77A6-D75E-404F-8A3C-DE4E030D3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114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98014-5242-4D76-1F45-D7719D684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871620-DC8D-18E1-6BF2-F5F02BE22B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47AE5D-4339-A1B7-983E-BE8CEE468F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3E1050-DABE-F717-48A3-BB9CEFB57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C3742-1DB8-4977-8DF4-194D1E9A6FF2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655F29-2E50-805D-2D23-DCD39F460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8AB697-CC83-1414-71EE-4CB259D6A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B77A6-D75E-404F-8A3C-DE4E030D3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202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48975-AE17-4EB1-EEAC-90454BE9C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E45FC2-4E1D-44CF-9D19-30D90BE26C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14BE2-3F65-9F40-EFAC-7FC334903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C3742-1DB8-4977-8DF4-194D1E9A6FF2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3814E-C0A4-4F9A-134A-008E57436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DC5D7-5C29-11D9-180A-02EABB0A5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B77A6-D75E-404F-8A3C-DE4E030D3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568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4F97B4-F949-B091-7761-1CAD5882D8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DF4CEC-B606-C196-57B3-BFD76AB506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5CD9F-F323-FD41-059D-3E2418672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C3742-1DB8-4977-8DF4-194D1E9A6FF2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2544A-A729-1DA4-5A22-A8AF7E1D0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A3756-F6E9-D249-889A-45ADDFEA7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B77A6-D75E-404F-8A3C-DE4E030D3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318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017BFA-813B-1D08-FF63-280510D81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C5853-F87E-6116-F080-AF3BD653A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565B9-241A-7DD3-7048-97F1886F04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9C3742-1DB8-4977-8DF4-194D1E9A6FF2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3F1A-5E4C-944D-F248-39F7A98357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0C621-CF1F-4AFC-CD7B-61D31CF921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6B77A6-D75E-404F-8A3C-DE4E030D3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929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BC542-2C82-9B06-3805-7B5E5FD89E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705" y="-77209"/>
            <a:ext cx="9144000" cy="385763"/>
          </a:xfrm>
        </p:spPr>
        <p:txBody>
          <a:bodyPr>
            <a:normAutofit/>
          </a:bodyPr>
          <a:lstStyle/>
          <a:p>
            <a:pPr algn="l"/>
            <a:r>
              <a:rPr lang="en-US" sz="1600" b="1" u="sng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Wearable Smart Patch MVO2 Electrical Architecture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F391E8CD-5A38-D0A4-8A14-76BE4018E441}"/>
              </a:ext>
            </a:extLst>
          </p:cNvPr>
          <p:cNvSpPr/>
          <p:nvPr/>
        </p:nvSpPr>
        <p:spPr>
          <a:xfrm>
            <a:off x="187325" y="308554"/>
            <a:ext cx="11071225" cy="63855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A8B36C8F-0D92-7381-D12E-BD3EE7FB8DCC}"/>
              </a:ext>
            </a:extLst>
          </p:cNvPr>
          <p:cNvSpPr/>
          <p:nvPr/>
        </p:nvSpPr>
        <p:spPr>
          <a:xfrm>
            <a:off x="1151069" y="451784"/>
            <a:ext cx="9964096" cy="60990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30CAE6C-CB5B-D7AA-8D4C-343D098EEE99}"/>
              </a:ext>
            </a:extLst>
          </p:cNvPr>
          <p:cNvSpPr/>
          <p:nvPr/>
        </p:nvSpPr>
        <p:spPr>
          <a:xfrm>
            <a:off x="4330333" y="759448"/>
            <a:ext cx="1803188" cy="501140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MCU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ESP32-S3-MINI-1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(Built in Wi-Fi,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BLE along with on board Antenna)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B67CF3-0BDD-4020-7C92-AB292D0D5295}"/>
              </a:ext>
            </a:extLst>
          </p:cNvPr>
          <p:cNvSpPr/>
          <p:nvPr/>
        </p:nvSpPr>
        <p:spPr>
          <a:xfrm>
            <a:off x="8436145" y="2582976"/>
            <a:ext cx="1296732" cy="85047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MAX30003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852AFF5-F56C-B9E9-1D0E-B2C07EE3653A}"/>
              </a:ext>
            </a:extLst>
          </p:cNvPr>
          <p:cNvCxnSpPr>
            <a:cxnSpLocks/>
          </p:cNvCxnSpPr>
          <p:nvPr/>
        </p:nvCxnSpPr>
        <p:spPr>
          <a:xfrm>
            <a:off x="6133117" y="2713072"/>
            <a:ext cx="2276893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8C23405-5EC7-19E0-2988-917220A135BA}"/>
              </a:ext>
            </a:extLst>
          </p:cNvPr>
          <p:cNvCxnSpPr>
            <a:cxnSpLocks/>
          </p:cNvCxnSpPr>
          <p:nvPr/>
        </p:nvCxnSpPr>
        <p:spPr>
          <a:xfrm>
            <a:off x="6133117" y="2876055"/>
            <a:ext cx="2276893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3DDA096-D881-ADCA-9059-ACA6C8A9B551}"/>
              </a:ext>
            </a:extLst>
          </p:cNvPr>
          <p:cNvCxnSpPr>
            <a:cxnSpLocks/>
          </p:cNvCxnSpPr>
          <p:nvPr/>
        </p:nvCxnSpPr>
        <p:spPr>
          <a:xfrm>
            <a:off x="6133117" y="3039039"/>
            <a:ext cx="2276893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2C5F8BC-C63C-FA7C-19B7-7C3860B64CB2}"/>
              </a:ext>
            </a:extLst>
          </p:cNvPr>
          <p:cNvCxnSpPr>
            <a:cxnSpLocks/>
          </p:cNvCxnSpPr>
          <p:nvPr/>
        </p:nvCxnSpPr>
        <p:spPr>
          <a:xfrm flipV="1">
            <a:off x="6133117" y="3198505"/>
            <a:ext cx="2276893" cy="259"/>
          </a:xfrm>
          <a:prstGeom prst="straightConnector1">
            <a:avLst/>
          </a:prstGeom>
          <a:ln>
            <a:solidFill>
              <a:schemeClr val="tx1"/>
            </a:solidFill>
            <a:headEnd type="stealth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F84D015-A995-1AE4-7C14-B8BFCD273EB9}"/>
              </a:ext>
            </a:extLst>
          </p:cNvPr>
          <p:cNvCxnSpPr>
            <a:cxnSpLocks/>
          </p:cNvCxnSpPr>
          <p:nvPr/>
        </p:nvCxnSpPr>
        <p:spPr>
          <a:xfrm>
            <a:off x="6133117" y="3353495"/>
            <a:ext cx="2276893" cy="0"/>
          </a:xfrm>
          <a:prstGeom prst="straightConnector1">
            <a:avLst/>
          </a:prstGeom>
          <a:ln>
            <a:solidFill>
              <a:schemeClr val="tx1"/>
            </a:solidFill>
            <a:headEnd type="stealth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C5165BE-0FD9-3820-B36E-446550194B9A}"/>
              </a:ext>
            </a:extLst>
          </p:cNvPr>
          <p:cNvSpPr/>
          <p:nvPr/>
        </p:nvSpPr>
        <p:spPr>
          <a:xfrm>
            <a:off x="1808067" y="1413585"/>
            <a:ext cx="1081624" cy="146015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PMIC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Power management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(Battery charger, power path, fuel gauge)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MAX20356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CB8800-D786-09E3-F955-F9E45027D596}"/>
              </a:ext>
            </a:extLst>
          </p:cNvPr>
          <p:cNvSpPr/>
          <p:nvPr/>
        </p:nvSpPr>
        <p:spPr>
          <a:xfrm>
            <a:off x="8468051" y="5073596"/>
            <a:ext cx="1125336" cy="54745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Indication multicolor LED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003C90-5840-1518-3EDE-39BB0D7875C2}"/>
              </a:ext>
            </a:extLst>
          </p:cNvPr>
          <p:cNvSpPr/>
          <p:nvPr/>
        </p:nvSpPr>
        <p:spPr>
          <a:xfrm>
            <a:off x="2241990" y="5020318"/>
            <a:ext cx="1125336" cy="28898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Debug port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162CCE-74B9-01F3-569C-9286AE2D665B}"/>
              </a:ext>
            </a:extLst>
          </p:cNvPr>
          <p:cNvSpPr/>
          <p:nvPr/>
        </p:nvSpPr>
        <p:spPr>
          <a:xfrm>
            <a:off x="2216596" y="4395713"/>
            <a:ext cx="1125336" cy="28898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Push Button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D76ECC8-C73F-8123-AAB7-E9B6C1116530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6154839" y="5347322"/>
            <a:ext cx="2313212" cy="0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22956BA-BF64-E607-9889-9700B7387BF3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3341932" y="4540204"/>
            <a:ext cx="967083" cy="1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5B339DB-BE3F-CE36-CDED-48211051A3BE}"/>
              </a:ext>
            </a:extLst>
          </p:cNvPr>
          <p:cNvCxnSpPr>
            <a:cxnSpLocks/>
          </p:cNvCxnSpPr>
          <p:nvPr/>
        </p:nvCxnSpPr>
        <p:spPr>
          <a:xfrm flipH="1">
            <a:off x="3367327" y="5080958"/>
            <a:ext cx="963006" cy="0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8179AD5-7572-A4CC-DB4B-4CF26CECBBE3}"/>
              </a:ext>
            </a:extLst>
          </p:cNvPr>
          <p:cNvCxnSpPr/>
          <p:nvPr/>
        </p:nvCxnSpPr>
        <p:spPr>
          <a:xfrm flipV="1">
            <a:off x="3388396" y="5235674"/>
            <a:ext cx="967083" cy="1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917794D-8718-B4C1-B706-0EAEEC86E499}"/>
              </a:ext>
            </a:extLst>
          </p:cNvPr>
          <p:cNvCxnSpPr>
            <a:cxnSpLocks/>
          </p:cNvCxnSpPr>
          <p:nvPr/>
        </p:nvCxnSpPr>
        <p:spPr>
          <a:xfrm>
            <a:off x="2885615" y="1556760"/>
            <a:ext cx="933910" cy="2548"/>
          </a:xfrm>
          <a:prstGeom prst="straightConnector1">
            <a:avLst/>
          </a:prstGeom>
          <a:ln w="38100">
            <a:solidFill>
              <a:schemeClr val="accent6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BAD25D0-4E07-6F7C-3FF7-23491C8C9772}"/>
              </a:ext>
            </a:extLst>
          </p:cNvPr>
          <p:cNvCxnSpPr>
            <a:cxnSpLocks/>
          </p:cNvCxnSpPr>
          <p:nvPr/>
        </p:nvCxnSpPr>
        <p:spPr>
          <a:xfrm>
            <a:off x="2885614" y="1775904"/>
            <a:ext cx="933911" cy="0"/>
          </a:xfrm>
          <a:prstGeom prst="straightConnector1">
            <a:avLst/>
          </a:prstGeom>
          <a:ln w="38100">
            <a:solidFill>
              <a:srgbClr val="C0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70BFA70-E839-D764-E776-3FD657425A19}"/>
              </a:ext>
            </a:extLst>
          </p:cNvPr>
          <p:cNvCxnSpPr>
            <a:cxnSpLocks/>
          </p:cNvCxnSpPr>
          <p:nvPr/>
        </p:nvCxnSpPr>
        <p:spPr>
          <a:xfrm>
            <a:off x="2884902" y="2050538"/>
            <a:ext cx="933911" cy="0"/>
          </a:xfrm>
          <a:prstGeom prst="straightConnector1">
            <a:avLst/>
          </a:prstGeom>
          <a:ln w="38100">
            <a:solidFill>
              <a:srgbClr val="7030A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D04DD31A-E338-09C7-C23B-F4C4B2F5998F}"/>
              </a:ext>
            </a:extLst>
          </p:cNvPr>
          <p:cNvSpPr txBox="1"/>
          <p:nvPr/>
        </p:nvSpPr>
        <p:spPr>
          <a:xfrm>
            <a:off x="2837115" y="1359968"/>
            <a:ext cx="5341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3V3_B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7EDFE5A-4EC4-904D-D8F0-D8644A049ECF}"/>
              </a:ext>
            </a:extLst>
          </p:cNvPr>
          <p:cNvSpPr txBox="1"/>
          <p:nvPr/>
        </p:nvSpPr>
        <p:spPr>
          <a:xfrm>
            <a:off x="2811235" y="1559308"/>
            <a:ext cx="5212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1V8_L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FF9C650-D27B-DE75-B291-BD67ED32D002}"/>
              </a:ext>
            </a:extLst>
          </p:cNvPr>
          <p:cNvSpPr txBox="1"/>
          <p:nvPr/>
        </p:nvSpPr>
        <p:spPr>
          <a:xfrm>
            <a:off x="2807019" y="1805529"/>
            <a:ext cx="7761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3V3_LSW1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F99ABB2-D8EF-E813-F9D8-045006232516}"/>
              </a:ext>
            </a:extLst>
          </p:cNvPr>
          <p:cNvSpPr txBox="1"/>
          <p:nvPr/>
        </p:nvSpPr>
        <p:spPr>
          <a:xfrm>
            <a:off x="6227402" y="2536420"/>
            <a:ext cx="5613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/>
            </a:lvl1pPr>
          </a:lstStyle>
          <a:p>
            <a:r>
              <a:rPr lang="en-US" dirty="0"/>
              <a:t>SPI_SCK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A053653-8FAC-F911-83D3-761441609C47}"/>
              </a:ext>
            </a:extLst>
          </p:cNvPr>
          <p:cNvSpPr txBox="1"/>
          <p:nvPr/>
        </p:nvSpPr>
        <p:spPr>
          <a:xfrm>
            <a:off x="6227400" y="2716807"/>
            <a:ext cx="50366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/>
            </a:lvl1pPr>
          </a:lstStyle>
          <a:p>
            <a:r>
              <a:rPr lang="en-US" dirty="0"/>
              <a:t>SPI_CS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12BD30E-7C7B-23F2-6186-8E93ED3F504C}"/>
              </a:ext>
            </a:extLst>
          </p:cNvPr>
          <p:cNvSpPr txBox="1"/>
          <p:nvPr/>
        </p:nvSpPr>
        <p:spPr>
          <a:xfrm>
            <a:off x="6227402" y="2863248"/>
            <a:ext cx="6174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/>
            </a:lvl1pPr>
          </a:lstStyle>
          <a:p>
            <a:r>
              <a:rPr lang="en-US" dirty="0"/>
              <a:t>SPI_MOSI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EB234A8-F27C-64E4-3036-0B38F2283FF8}"/>
              </a:ext>
            </a:extLst>
          </p:cNvPr>
          <p:cNvSpPr txBox="1"/>
          <p:nvPr/>
        </p:nvSpPr>
        <p:spPr>
          <a:xfrm>
            <a:off x="6227400" y="3043634"/>
            <a:ext cx="6174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/>
            </a:lvl1pPr>
          </a:lstStyle>
          <a:p>
            <a:r>
              <a:rPr lang="en-US" dirty="0"/>
              <a:t>SPI_MISO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B41579C-5C14-8A54-B0AD-8B888E6C3D0C}"/>
              </a:ext>
            </a:extLst>
          </p:cNvPr>
          <p:cNvSpPr txBox="1"/>
          <p:nvPr/>
        </p:nvSpPr>
        <p:spPr>
          <a:xfrm>
            <a:off x="6227398" y="3198505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/>
            </a:lvl1pPr>
          </a:lstStyle>
          <a:p>
            <a:r>
              <a:rPr lang="en-US" dirty="0"/>
              <a:t>INTB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97CFC44-0F58-E32B-DE74-73C6B5CEBA30}"/>
              </a:ext>
            </a:extLst>
          </p:cNvPr>
          <p:cNvSpPr txBox="1"/>
          <p:nvPr/>
        </p:nvSpPr>
        <p:spPr>
          <a:xfrm>
            <a:off x="6215377" y="5127952"/>
            <a:ext cx="52770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/>
            </a:lvl1pPr>
          </a:lstStyle>
          <a:p>
            <a:r>
              <a:rPr lang="en-US" dirty="0"/>
              <a:t>GPIO26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46E66F2-2968-DF65-4200-5E6C5A71227D}"/>
              </a:ext>
            </a:extLst>
          </p:cNvPr>
          <p:cNvSpPr txBox="1"/>
          <p:nvPr/>
        </p:nvSpPr>
        <p:spPr>
          <a:xfrm>
            <a:off x="3621912" y="4907643"/>
            <a:ext cx="564634" cy="209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/>
            </a:lvl1pPr>
          </a:lstStyle>
          <a:p>
            <a:r>
              <a:rPr lang="en-US"/>
              <a:t>UART_TX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93FC55A-7E51-2D26-7A2A-FE85B1FA19A7}"/>
              </a:ext>
            </a:extLst>
          </p:cNvPr>
          <p:cNvSpPr txBox="1"/>
          <p:nvPr/>
        </p:nvSpPr>
        <p:spPr>
          <a:xfrm>
            <a:off x="3554958" y="4348046"/>
            <a:ext cx="5277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/>
            </a:lvl1pPr>
          </a:lstStyle>
          <a:p>
            <a:r>
              <a:rPr lang="en-US" dirty="0"/>
              <a:t>GPIO47</a:t>
            </a:r>
          </a:p>
          <a:p>
            <a:endParaRPr lang="en-US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0468669-5BBA-ACF5-29DB-13C27AF0C16F}"/>
              </a:ext>
            </a:extLst>
          </p:cNvPr>
          <p:cNvSpPr txBox="1"/>
          <p:nvPr/>
        </p:nvSpPr>
        <p:spPr>
          <a:xfrm>
            <a:off x="3630281" y="5059089"/>
            <a:ext cx="577106" cy="209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/>
            </a:lvl1pPr>
          </a:lstStyle>
          <a:p>
            <a:r>
              <a:rPr lang="en-US"/>
              <a:t>UART_RX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A8D6E20A-B1C0-2D9A-9478-662CE2EF9BF0}"/>
              </a:ext>
            </a:extLst>
          </p:cNvPr>
          <p:cNvCxnSpPr>
            <a:cxnSpLocks/>
          </p:cNvCxnSpPr>
          <p:nvPr/>
        </p:nvCxnSpPr>
        <p:spPr>
          <a:xfrm>
            <a:off x="5231927" y="552224"/>
            <a:ext cx="0" cy="228600"/>
          </a:xfrm>
          <a:prstGeom prst="straightConnector1">
            <a:avLst/>
          </a:prstGeom>
          <a:ln w="31750">
            <a:solidFill>
              <a:schemeClr val="accent6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EC83918E-412F-ED40-06F3-EDF19B6506CE}"/>
              </a:ext>
            </a:extLst>
          </p:cNvPr>
          <p:cNvCxnSpPr>
            <a:cxnSpLocks/>
          </p:cNvCxnSpPr>
          <p:nvPr/>
        </p:nvCxnSpPr>
        <p:spPr>
          <a:xfrm>
            <a:off x="8774361" y="2354376"/>
            <a:ext cx="0" cy="228600"/>
          </a:xfrm>
          <a:prstGeom prst="straightConnector1">
            <a:avLst/>
          </a:prstGeom>
          <a:ln w="31750">
            <a:solidFill>
              <a:srgbClr val="C0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566B7809-4C57-0F2C-AEF0-B485A8D8023B}"/>
              </a:ext>
            </a:extLst>
          </p:cNvPr>
          <p:cNvCxnSpPr>
            <a:cxnSpLocks/>
          </p:cNvCxnSpPr>
          <p:nvPr/>
        </p:nvCxnSpPr>
        <p:spPr>
          <a:xfrm flipH="1">
            <a:off x="9606645" y="5390772"/>
            <a:ext cx="425952" cy="0"/>
          </a:xfrm>
          <a:prstGeom prst="straightConnector1">
            <a:avLst/>
          </a:prstGeom>
          <a:ln w="31750">
            <a:solidFill>
              <a:srgbClr val="00B0F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942BF938-55C0-20D0-C117-CD78BAE9D52A}"/>
              </a:ext>
            </a:extLst>
          </p:cNvPr>
          <p:cNvCxnSpPr>
            <a:cxnSpLocks/>
          </p:cNvCxnSpPr>
          <p:nvPr/>
        </p:nvCxnSpPr>
        <p:spPr>
          <a:xfrm rot="16200000">
            <a:off x="2090737" y="4997202"/>
            <a:ext cx="0" cy="299784"/>
          </a:xfrm>
          <a:prstGeom prst="straightConnector1">
            <a:avLst/>
          </a:prstGeom>
          <a:ln w="31750">
            <a:solidFill>
              <a:schemeClr val="accent6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4" name="Picture 123">
            <a:extLst>
              <a:ext uri="{FF2B5EF4-FFF2-40B4-BE49-F238E27FC236}">
                <a16:creationId xmlns:a16="http://schemas.microsoft.com/office/drawing/2014/main" id="{D8E7733E-A49F-BFCD-D074-A6E062639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05" y="1937684"/>
            <a:ext cx="688180" cy="558886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707DCBC1-B1A7-E3E1-4E1A-8BDCA89625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665" y="3302424"/>
            <a:ext cx="816118" cy="692384"/>
          </a:xfrm>
          <a:prstGeom prst="rect">
            <a:avLst/>
          </a:prstGeom>
        </p:spPr>
      </p:pic>
      <p:cxnSp>
        <p:nvCxnSpPr>
          <p:cNvPr id="128" name="Connector: Curved 127">
            <a:extLst>
              <a:ext uri="{FF2B5EF4-FFF2-40B4-BE49-F238E27FC236}">
                <a16:creationId xmlns:a16="http://schemas.microsoft.com/office/drawing/2014/main" id="{C0271BD7-26E1-D786-7589-E1F615DCA44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17499" y="2694993"/>
            <a:ext cx="822202" cy="381975"/>
          </a:xfrm>
          <a:prstGeom prst="curvedConnector3">
            <a:avLst/>
          </a:prstGeom>
          <a:ln>
            <a:solidFill>
              <a:srgbClr val="FF0000"/>
            </a:solidFill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: Curved 129">
            <a:extLst>
              <a:ext uri="{FF2B5EF4-FFF2-40B4-BE49-F238E27FC236}">
                <a16:creationId xmlns:a16="http://schemas.microsoft.com/office/drawing/2014/main" id="{CBFBF21C-309C-9C2C-4898-E66F6543CF0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06252" y="2712500"/>
            <a:ext cx="822202" cy="381975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10FDDD88-598E-B572-A491-E1778D386FB6}"/>
              </a:ext>
            </a:extLst>
          </p:cNvPr>
          <p:cNvSpPr txBox="1"/>
          <p:nvPr/>
        </p:nvSpPr>
        <p:spPr>
          <a:xfrm>
            <a:off x="138826" y="4019752"/>
            <a:ext cx="9637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/>
            </a:lvl1pPr>
          </a:lstStyle>
          <a:p>
            <a:r>
              <a:rPr lang="en-US" sz="1000" dirty="0"/>
              <a:t>Li – Polymer</a:t>
            </a:r>
          </a:p>
          <a:p>
            <a:r>
              <a:rPr lang="en-US" sz="1000" dirty="0"/>
              <a:t>Battery  450mAh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5914F24-452C-76B7-F6EF-8728BA302E48}"/>
              </a:ext>
            </a:extLst>
          </p:cNvPr>
          <p:cNvSpPr txBox="1"/>
          <p:nvPr/>
        </p:nvSpPr>
        <p:spPr>
          <a:xfrm>
            <a:off x="353368" y="882199"/>
            <a:ext cx="907393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/>
            </a:lvl1pPr>
          </a:lstStyle>
          <a:p>
            <a:r>
              <a:rPr lang="en-US" sz="1000" dirty="0"/>
              <a:t>USB 3.2</a:t>
            </a:r>
          </a:p>
          <a:p>
            <a:r>
              <a:rPr lang="en-US" sz="1000" dirty="0"/>
              <a:t>C-Type</a:t>
            </a:r>
          </a:p>
          <a:p>
            <a:r>
              <a:rPr lang="en-US" sz="1000" dirty="0"/>
              <a:t>Connector</a:t>
            </a:r>
          </a:p>
          <a:p>
            <a:r>
              <a:rPr lang="en-US" b="1" dirty="0"/>
              <a:t>(ECG leads +    Power + USB + Temperature sensor)</a:t>
            </a:r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EAAD52FA-C318-A632-5CDD-194021120036}"/>
              </a:ext>
            </a:extLst>
          </p:cNvPr>
          <p:cNvCxnSpPr>
            <a:cxnSpLocks/>
          </p:cNvCxnSpPr>
          <p:nvPr/>
        </p:nvCxnSpPr>
        <p:spPr>
          <a:xfrm flipV="1">
            <a:off x="1309484" y="2071525"/>
            <a:ext cx="508438" cy="0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01AE6B97-F165-4B17-1F8F-4299EEE46D63}"/>
              </a:ext>
            </a:extLst>
          </p:cNvPr>
          <p:cNvCxnSpPr>
            <a:cxnSpLocks/>
          </p:cNvCxnSpPr>
          <p:nvPr/>
        </p:nvCxnSpPr>
        <p:spPr>
          <a:xfrm flipV="1">
            <a:off x="1309484" y="2280537"/>
            <a:ext cx="508438" cy="0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264F7B3F-7771-906E-4DA8-9F38D3AC1D7B}"/>
              </a:ext>
            </a:extLst>
          </p:cNvPr>
          <p:cNvSpPr txBox="1"/>
          <p:nvPr/>
        </p:nvSpPr>
        <p:spPr>
          <a:xfrm>
            <a:off x="1273773" y="1835094"/>
            <a:ext cx="4347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/>
            </a:lvl1pPr>
          </a:lstStyle>
          <a:p>
            <a:r>
              <a:rPr lang="en-US"/>
              <a:t>VBUS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531EF26E-00BE-D706-98B8-CD75B7F554D9}"/>
              </a:ext>
            </a:extLst>
          </p:cNvPr>
          <p:cNvSpPr txBox="1"/>
          <p:nvPr/>
        </p:nvSpPr>
        <p:spPr>
          <a:xfrm>
            <a:off x="1273773" y="2092341"/>
            <a:ext cx="3994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/>
            </a:lvl1pPr>
          </a:lstStyle>
          <a:p>
            <a:r>
              <a:rPr lang="en-US"/>
              <a:t>GND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F4CEB841-2418-AE0E-3A3C-97153D70FC4D}"/>
              </a:ext>
            </a:extLst>
          </p:cNvPr>
          <p:cNvSpPr/>
          <p:nvPr/>
        </p:nvSpPr>
        <p:spPr>
          <a:xfrm>
            <a:off x="11392399" y="6183425"/>
            <a:ext cx="176284" cy="1690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F635ED8F-BB12-CF86-3A6D-B655BDCE8211}"/>
              </a:ext>
            </a:extLst>
          </p:cNvPr>
          <p:cNvSpPr/>
          <p:nvPr/>
        </p:nvSpPr>
        <p:spPr>
          <a:xfrm>
            <a:off x="11392399" y="6479929"/>
            <a:ext cx="176284" cy="1690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89E09578-DA5E-26C8-2A88-67655DA2F434}"/>
              </a:ext>
            </a:extLst>
          </p:cNvPr>
          <p:cNvSpPr txBox="1"/>
          <p:nvPr/>
        </p:nvSpPr>
        <p:spPr>
          <a:xfrm>
            <a:off x="11519227" y="6151289"/>
            <a:ext cx="7264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/>
            </a:lvl1pPr>
          </a:lstStyle>
          <a:p>
            <a:r>
              <a:rPr lang="en-US"/>
              <a:t>PCB Outline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97AB4B57-BD85-EA74-D8B1-534F2C19CCF0}"/>
              </a:ext>
            </a:extLst>
          </p:cNvPr>
          <p:cNvSpPr txBox="1"/>
          <p:nvPr/>
        </p:nvSpPr>
        <p:spPr>
          <a:xfrm>
            <a:off x="11519227" y="6459620"/>
            <a:ext cx="7425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/>
            </a:lvl1pPr>
          </a:lstStyle>
          <a:p>
            <a:r>
              <a:rPr lang="en-US"/>
              <a:t>WSP Outline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02C74F5B-D0B6-B412-69ED-11DFA74664B4}"/>
              </a:ext>
            </a:extLst>
          </p:cNvPr>
          <p:cNvCxnSpPr>
            <a:cxnSpLocks/>
          </p:cNvCxnSpPr>
          <p:nvPr/>
        </p:nvCxnSpPr>
        <p:spPr>
          <a:xfrm>
            <a:off x="2889691" y="2713072"/>
            <a:ext cx="1440642" cy="0"/>
          </a:xfrm>
          <a:prstGeom prst="straightConnector1">
            <a:avLst/>
          </a:prstGeom>
          <a:ln>
            <a:solidFill>
              <a:schemeClr val="tx1"/>
            </a:solidFill>
            <a:headEnd type="stealth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C928EAB3-345F-6E8C-6898-5D7871069985}"/>
              </a:ext>
            </a:extLst>
          </p:cNvPr>
          <p:cNvCxnSpPr>
            <a:cxnSpLocks/>
          </p:cNvCxnSpPr>
          <p:nvPr/>
        </p:nvCxnSpPr>
        <p:spPr>
          <a:xfrm>
            <a:off x="2901591" y="2512642"/>
            <a:ext cx="1440642" cy="0"/>
          </a:xfrm>
          <a:prstGeom prst="straightConnector1">
            <a:avLst/>
          </a:prstGeom>
          <a:ln>
            <a:solidFill>
              <a:schemeClr val="tx1"/>
            </a:solidFill>
            <a:headEnd type="stealth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30D2FF8B-EEC7-7E2E-BD03-5A1B4894898E}"/>
              </a:ext>
            </a:extLst>
          </p:cNvPr>
          <p:cNvSpPr txBox="1"/>
          <p:nvPr/>
        </p:nvSpPr>
        <p:spPr>
          <a:xfrm>
            <a:off x="3719895" y="2331229"/>
            <a:ext cx="6174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/>
            </a:lvl1pPr>
          </a:lstStyle>
          <a:p>
            <a:r>
              <a:rPr lang="en-US" dirty="0"/>
              <a:t>I2C1_SCL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D328D4A-CC07-0CD4-9740-F02F3EFBA72D}"/>
              </a:ext>
            </a:extLst>
          </p:cNvPr>
          <p:cNvSpPr txBox="1"/>
          <p:nvPr/>
        </p:nvSpPr>
        <p:spPr>
          <a:xfrm>
            <a:off x="3719894" y="2511616"/>
            <a:ext cx="6270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/>
            </a:lvl1pPr>
          </a:lstStyle>
          <a:p>
            <a:r>
              <a:rPr lang="en-US" dirty="0"/>
              <a:t>I2C1_SDA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0BBEC80E-5811-AA15-64E9-2A9211C4E56F}"/>
              </a:ext>
            </a:extLst>
          </p:cNvPr>
          <p:cNvCxnSpPr/>
          <p:nvPr/>
        </p:nvCxnSpPr>
        <p:spPr>
          <a:xfrm>
            <a:off x="11307050" y="5307642"/>
            <a:ext cx="274320" cy="0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A41861F4-B883-19C0-56B6-8A9B01699F6E}"/>
              </a:ext>
            </a:extLst>
          </p:cNvPr>
          <p:cNvCxnSpPr/>
          <p:nvPr/>
        </p:nvCxnSpPr>
        <p:spPr>
          <a:xfrm>
            <a:off x="11294363" y="5521066"/>
            <a:ext cx="274320" cy="0"/>
          </a:xfrm>
          <a:prstGeom prst="straightConnector1">
            <a:avLst/>
          </a:prstGeom>
          <a:ln w="25400">
            <a:solidFill>
              <a:srgbClr val="C00000"/>
            </a:solidFill>
            <a:tailEnd type="stealth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426E6F55-E05E-1647-C274-5E9AABCD7412}"/>
              </a:ext>
            </a:extLst>
          </p:cNvPr>
          <p:cNvCxnSpPr/>
          <p:nvPr/>
        </p:nvCxnSpPr>
        <p:spPr>
          <a:xfrm>
            <a:off x="11307050" y="5749321"/>
            <a:ext cx="274320" cy="0"/>
          </a:xfrm>
          <a:prstGeom prst="straightConnector1">
            <a:avLst/>
          </a:prstGeom>
          <a:ln w="25400">
            <a:solidFill>
              <a:srgbClr val="7030A0"/>
            </a:solidFill>
            <a:tailEnd type="stealth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93C8C67E-D5DE-59C3-55A1-9657E5B9B7E0}"/>
              </a:ext>
            </a:extLst>
          </p:cNvPr>
          <p:cNvCxnSpPr/>
          <p:nvPr/>
        </p:nvCxnSpPr>
        <p:spPr>
          <a:xfrm>
            <a:off x="11307050" y="5987575"/>
            <a:ext cx="274320" cy="0"/>
          </a:xfrm>
          <a:prstGeom prst="straightConnector1">
            <a:avLst/>
          </a:prstGeom>
          <a:ln w="25400">
            <a:solidFill>
              <a:srgbClr val="00B0F0"/>
            </a:solidFill>
            <a:tailEnd type="stealth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F5605297-D5FC-1F10-1733-824CE7EDE494}"/>
              </a:ext>
            </a:extLst>
          </p:cNvPr>
          <p:cNvSpPr txBox="1"/>
          <p:nvPr/>
        </p:nvSpPr>
        <p:spPr>
          <a:xfrm>
            <a:off x="11519227" y="5187047"/>
            <a:ext cx="49564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3V3_B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5816D6D7-7363-0655-E0E3-6120962165FF}"/>
              </a:ext>
            </a:extLst>
          </p:cNvPr>
          <p:cNvSpPr txBox="1"/>
          <p:nvPr/>
        </p:nvSpPr>
        <p:spPr>
          <a:xfrm>
            <a:off x="11508415" y="5425149"/>
            <a:ext cx="4844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1V8_L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F8DA4FA-8C45-6383-1959-D6845A0C7612}"/>
              </a:ext>
            </a:extLst>
          </p:cNvPr>
          <p:cNvSpPr txBox="1"/>
          <p:nvPr/>
        </p:nvSpPr>
        <p:spPr>
          <a:xfrm>
            <a:off x="11505598" y="5637633"/>
            <a:ext cx="8244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3V3_LSW1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D3A1FF98-B890-5509-B3CB-244A42AEF357}"/>
              </a:ext>
            </a:extLst>
          </p:cNvPr>
          <p:cNvSpPr txBox="1"/>
          <p:nvPr/>
        </p:nvSpPr>
        <p:spPr>
          <a:xfrm>
            <a:off x="11519227" y="5867446"/>
            <a:ext cx="9059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3V3_LSW2</a:t>
            </a: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8C6193F8-9B58-7E02-C986-C849E229E876}"/>
              </a:ext>
            </a:extLst>
          </p:cNvPr>
          <p:cNvCxnSpPr>
            <a:cxnSpLocks/>
          </p:cNvCxnSpPr>
          <p:nvPr/>
        </p:nvCxnSpPr>
        <p:spPr>
          <a:xfrm>
            <a:off x="2888942" y="3407175"/>
            <a:ext cx="1440642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ED4BE403-A65E-FA8B-E0C8-DDDCFE931061}"/>
              </a:ext>
            </a:extLst>
          </p:cNvPr>
          <p:cNvCxnSpPr>
            <a:cxnSpLocks/>
          </p:cNvCxnSpPr>
          <p:nvPr/>
        </p:nvCxnSpPr>
        <p:spPr>
          <a:xfrm>
            <a:off x="2891317" y="3206745"/>
            <a:ext cx="1440642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DC9024E7-3326-8937-B341-E557E5FA6529}"/>
              </a:ext>
            </a:extLst>
          </p:cNvPr>
          <p:cNvSpPr txBox="1"/>
          <p:nvPr/>
        </p:nvSpPr>
        <p:spPr>
          <a:xfrm>
            <a:off x="3691930" y="3033897"/>
            <a:ext cx="52129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/>
            </a:lvl1pPr>
          </a:lstStyle>
          <a:p>
            <a:r>
              <a:rPr lang="en-US"/>
              <a:t>USB D+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8BAA1B46-8D7C-82DF-C2F5-46EC1103FCD3}"/>
              </a:ext>
            </a:extLst>
          </p:cNvPr>
          <p:cNvSpPr txBox="1"/>
          <p:nvPr/>
        </p:nvSpPr>
        <p:spPr>
          <a:xfrm>
            <a:off x="3691929" y="3214284"/>
            <a:ext cx="50206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/>
            </a:lvl1pPr>
          </a:lstStyle>
          <a:p>
            <a:r>
              <a:rPr lang="en-US"/>
              <a:t>USB D-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9C9D4791-736E-4CAA-B33E-4F41A703FDAF}"/>
              </a:ext>
            </a:extLst>
          </p:cNvPr>
          <p:cNvSpPr/>
          <p:nvPr/>
        </p:nvSpPr>
        <p:spPr>
          <a:xfrm>
            <a:off x="2899392" y="3706383"/>
            <a:ext cx="665326" cy="35706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TVS Diode</a:t>
            </a:r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E29BB77F-D9E0-D3E9-F4F7-7F354A669B5E}"/>
              </a:ext>
            </a:extLst>
          </p:cNvPr>
          <p:cNvCxnSpPr/>
          <p:nvPr/>
        </p:nvCxnSpPr>
        <p:spPr>
          <a:xfrm flipV="1">
            <a:off x="3369771" y="3217344"/>
            <a:ext cx="0" cy="4996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AC6024E2-D991-40C9-902B-2298C2104C11}"/>
              </a:ext>
            </a:extLst>
          </p:cNvPr>
          <p:cNvCxnSpPr/>
          <p:nvPr/>
        </p:nvCxnSpPr>
        <p:spPr>
          <a:xfrm flipV="1">
            <a:off x="3100241" y="3417945"/>
            <a:ext cx="0" cy="288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Oval 153">
            <a:extLst>
              <a:ext uri="{FF2B5EF4-FFF2-40B4-BE49-F238E27FC236}">
                <a16:creationId xmlns:a16="http://schemas.microsoft.com/office/drawing/2014/main" id="{9111283A-22AA-5930-6F32-C9C015016B5F}"/>
              </a:ext>
            </a:extLst>
          </p:cNvPr>
          <p:cNvSpPr/>
          <p:nvPr/>
        </p:nvSpPr>
        <p:spPr>
          <a:xfrm>
            <a:off x="3062155" y="3353201"/>
            <a:ext cx="93878" cy="10794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BBD746FF-0E6E-196C-6024-3C561404DE35}"/>
              </a:ext>
            </a:extLst>
          </p:cNvPr>
          <p:cNvSpPr/>
          <p:nvPr/>
        </p:nvSpPr>
        <p:spPr>
          <a:xfrm>
            <a:off x="3322832" y="3154736"/>
            <a:ext cx="93878" cy="10794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A90EE514-09F3-61AA-E9C3-5DF768E6FE57}"/>
              </a:ext>
            </a:extLst>
          </p:cNvPr>
          <p:cNvSpPr txBox="1"/>
          <p:nvPr/>
        </p:nvSpPr>
        <p:spPr>
          <a:xfrm>
            <a:off x="2229805" y="3140678"/>
            <a:ext cx="7216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/>
            </a:lvl1pPr>
          </a:lstStyle>
          <a:p>
            <a:r>
              <a:rPr lang="en-US">
                <a:solidFill>
                  <a:schemeClr val="accent5">
                    <a:lumMod val="75000"/>
                  </a:schemeClr>
                </a:solidFill>
              </a:rPr>
              <a:t>From C type</a:t>
            </a:r>
          </a:p>
          <a:p>
            <a:r>
              <a:rPr lang="en-US">
                <a:solidFill>
                  <a:schemeClr val="accent5">
                    <a:lumMod val="75000"/>
                  </a:schemeClr>
                </a:solidFill>
              </a:rPr>
              <a:t>connector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E60F27C-C824-DF21-C482-2E5AB8FDFB8D}"/>
              </a:ext>
            </a:extLst>
          </p:cNvPr>
          <p:cNvSpPr txBox="1"/>
          <p:nvPr/>
        </p:nvSpPr>
        <p:spPr>
          <a:xfrm>
            <a:off x="2815460" y="2058686"/>
            <a:ext cx="7761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3V3_LSW2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38C5444-8107-60AF-4D46-3E68C427B4BD}"/>
              </a:ext>
            </a:extLst>
          </p:cNvPr>
          <p:cNvCxnSpPr>
            <a:cxnSpLocks/>
          </p:cNvCxnSpPr>
          <p:nvPr/>
        </p:nvCxnSpPr>
        <p:spPr>
          <a:xfrm flipV="1">
            <a:off x="2888475" y="2285149"/>
            <a:ext cx="920133" cy="6048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8AC7469E-A81F-D679-08BC-18850F939A98}"/>
              </a:ext>
            </a:extLst>
          </p:cNvPr>
          <p:cNvCxnSpPr>
            <a:cxnSpLocks/>
          </p:cNvCxnSpPr>
          <p:nvPr/>
        </p:nvCxnSpPr>
        <p:spPr>
          <a:xfrm>
            <a:off x="9231181" y="2354376"/>
            <a:ext cx="0" cy="254022"/>
          </a:xfrm>
          <a:prstGeom prst="straightConnector1">
            <a:avLst/>
          </a:prstGeom>
          <a:ln w="38100">
            <a:solidFill>
              <a:schemeClr val="accent6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4E0B27B8-5ACF-FC96-5E1C-D790A7E3F2B5}"/>
              </a:ext>
            </a:extLst>
          </p:cNvPr>
          <p:cNvCxnSpPr>
            <a:cxnSpLocks/>
          </p:cNvCxnSpPr>
          <p:nvPr/>
        </p:nvCxnSpPr>
        <p:spPr>
          <a:xfrm flipH="1">
            <a:off x="9732877" y="2824529"/>
            <a:ext cx="360277" cy="0"/>
          </a:xfrm>
          <a:prstGeom prst="straightConnector1">
            <a:avLst/>
          </a:prstGeom>
          <a:ln>
            <a:solidFill>
              <a:schemeClr val="tx1"/>
            </a:solidFill>
            <a:headEnd type="stealth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AD1E9C21-3BA4-BD7C-6663-332B2ED447CF}"/>
              </a:ext>
            </a:extLst>
          </p:cNvPr>
          <p:cNvCxnSpPr>
            <a:cxnSpLocks/>
          </p:cNvCxnSpPr>
          <p:nvPr/>
        </p:nvCxnSpPr>
        <p:spPr>
          <a:xfrm>
            <a:off x="9732877" y="3033897"/>
            <a:ext cx="396814" cy="0"/>
          </a:xfrm>
          <a:prstGeom prst="straightConnector1">
            <a:avLst/>
          </a:prstGeom>
          <a:ln>
            <a:solidFill>
              <a:schemeClr val="tx1"/>
            </a:solidFill>
            <a:headEnd type="stealth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A142A69B-256B-C142-A3F6-A4C5ABA0D5B9}"/>
              </a:ext>
            </a:extLst>
          </p:cNvPr>
          <p:cNvCxnSpPr>
            <a:cxnSpLocks/>
          </p:cNvCxnSpPr>
          <p:nvPr/>
        </p:nvCxnSpPr>
        <p:spPr>
          <a:xfrm>
            <a:off x="9732877" y="3265718"/>
            <a:ext cx="396814" cy="0"/>
          </a:xfrm>
          <a:prstGeom prst="straightConnector1">
            <a:avLst/>
          </a:prstGeom>
          <a:ln>
            <a:solidFill>
              <a:schemeClr val="tx1"/>
            </a:solidFill>
            <a:headEnd type="stealth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TextBox 164">
            <a:extLst>
              <a:ext uri="{FF2B5EF4-FFF2-40B4-BE49-F238E27FC236}">
                <a16:creationId xmlns:a16="http://schemas.microsoft.com/office/drawing/2014/main" id="{9650A658-2342-2D87-B177-9F151912557A}"/>
              </a:ext>
            </a:extLst>
          </p:cNvPr>
          <p:cNvSpPr txBox="1"/>
          <p:nvPr/>
        </p:nvSpPr>
        <p:spPr>
          <a:xfrm>
            <a:off x="10236160" y="2812802"/>
            <a:ext cx="7075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/>
            </a:lvl1pPr>
          </a:lstStyle>
          <a:p>
            <a:r>
              <a:rPr lang="en-US" dirty="0"/>
              <a:t>From USB Connector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28E1D39F-7EB3-3B8D-0DD6-E9D36B7DBA3F}"/>
              </a:ext>
            </a:extLst>
          </p:cNvPr>
          <p:cNvSpPr txBox="1"/>
          <p:nvPr/>
        </p:nvSpPr>
        <p:spPr>
          <a:xfrm>
            <a:off x="9689539" y="2619338"/>
            <a:ext cx="7075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/>
            </a:lvl1pPr>
          </a:lstStyle>
          <a:p>
            <a:r>
              <a:rPr lang="en-US" dirty="0"/>
              <a:t>RA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LA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 VCM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2F61C7-EA5B-E2CA-DBA6-9D6C936BB23A}"/>
              </a:ext>
            </a:extLst>
          </p:cNvPr>
          <p:cNvSpPr/>
          <p:nvPr/>
        </p:nvSpPr>
        <p:spPr>
          <a:xfrm>
            <a:off x="8436145" y="1208207"/>
            <a:ext cx="1296732" cy="85047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TMP1075DGKR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EB8400C-C779-0798-973B-335697870FDC}"/>
              </a:ext>
            </a:extLst>
          </p:cNvPr>
          <p:cNvCxnSpPr>
            <a:cxnSpLocks/>
          </p:cNvCxnSpPr>
          <p:nvPr/>
        </p:nvCxnSpPr>
        <p:spPr>
          <a:xfrm>
            <a:off x="6159252" y="1538899"/>
            <a:ext cx="2276893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223F9F2-A687-DCE2-3804-70E17B864F2D}"/>
              </a:ext>
            </a:extLst>
          </p:cNvPr>
          <p:cNvCxnSpPr>
            <a:cxnSpLocks/>
          </p:cNvCxnSpPr>
          <p:nvPr/>
        </p:nvCxnSpPr>
        <p:spPr>
          <a:xfrm>
            <a:off x="6159252" y="1928639"/>
            <a:ext cx="2276893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9C19C55-51A8-E898-6D05-E08E9129D0AF}"/>
              </a:ext>
            </a:extLst>
          </p:cNvPr>
          <p:cNvSpPr txBox="1"/>
          <p:nvPr/>
        </p:nvSpPr>
        <p:spPr>
          <a:xfrm>
            <a:off x="6269012" y="1335444"/>
            <a:ext cx="6174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/>
            </a:lvl1pPr>
          </a:lstStyle>
          <a:p>
            <a:r>
              <a:rPr lang="en-US" dirty="0"/>
              <a:t>I2C0_SCL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191914-7BFE-DCF9-ADD6-36ACA6DC0B65}"/>
              </a:ext>
            </a:extLst>
          </p:cNvPr>
          <p:cNvSpPr txBox="1"/>
          <p:nvPr/>
        </p:nvSpPr>
        <p:spPr>
          <a:xfrm>
            <a:off x="6269864" y="1691803"/>
            <a:ext cx="6270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/>
            </a:lvl1pPr>
          </a:lstStyle>
          <a:p>
            <a:r>
              <a:rPr lang="en-US" dirty="0"/>
              <a:t>I2C0_SDA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638351-A447-BE7C-F73A-A288120614F3}"/>
              </a:ext>
            </a:extLst>
          </p:cNvPr>
          <p:cNvSpPr txBox="1"/>
          <p:nvPr/>
        </p:nvSpPr>
        <p:spPr>
          <a:xfrm>
            <a:off x="7473036" y="923154"/>
            <a:ext cx="7075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/>
            </a:lvl1pPr>
          </a:lstStyle>
          <a:p>
            <a:r>
              <a:rPr lang="en-US" dirty="0"/>
              <a:t>From USB Connector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3BE990-904F-FFC0-EB22-66B99945A5AD}"/>
              </a:ext>
            </a:extLst>
          </p:cNvPr>
          <p:cNvSpPr/>
          <p:nvPr/>
        </p:nvSpPr>
        <p:spPr>
          <a:xfrm>
            <a:off x="8444122" y="3906477"/>
            <a:ext cx="1296732" cy="85047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ADXL367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45556F4-CE80-BC48-A4A2-06E8659DF50D}"/>
              </a:ext>
            </a:extLst>
          </p:cNvPr>
          <p:cNvCxnSpPr>
            <a:cxnSpLocks/>
          </p:cNvCxnSpPr>
          <p:nvPr/>
        </p:nvCxnSpPr>
        <p:spPr>
          <a:xfrm flipH="1">
            <a:off x="9732877" y="1669980"/>
            <a:ext cx="252529" cy="0"/>
          </a:xfrm>
          <a:prstGeom prst="straightConnector1">
            <a:avLst/>
          </a:prstGeom>
          <a:ln w="25400">
            <a:solidFill>
              <a:srgbClr val="7030A0"/>
            </a:solidFill>
            <a:tailEnd type="stealth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7C07C7A-9AE7-22CF-0AA5-0236792056D3}"/>
              </a:ext>
            </a:extLst>
          </p:cNvPr>
          <p:cNvCxnSpPr>
            <a:cxnSpLocks/>
          </p:cNvCxnSpPr>
          <p:nvPr/>
        </p:nvCxnSpPr>
        <p:spPr>
          <a:xfrm>
            <a:off x="6172998" y="3985583"/>
            <a:ext cx="2276893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B1E72E7-CAF1-C6E1-B732-771AF9C2BB7B}"/>
              </a:ext>
            </a:extLst>
          </p:cNvPr>
          <p:cNvCxnSpPr>
            <a:cxnSpLocks/>
          </p:cNvCxnSpPr>
          <p:nvPr/>
        </p:nvCxnSpPr>
        <p:spPr>
          <a:xfrm>
            <a:off x="6172998" y="4224604"/>
            <a:ext cx="2276893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BF34CE2-E04B-6692-3AC8-FD0156F79C51}"/>
              </a:ext>
            </a:extLst>
          </p:cNvPr>
          <p:cNvSpPr txBox="1"/>
          <p:nvPr/>
        </p:nvSpPr>
        <p:spPr>
          <a:xfrm>
            <a:off x="6341698" y="4055506"/>
            <a:ext cx="6270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/>
            </a:lvl1pPr>
          </a:lstStyle>
          <a:p>
            <a:r>
              <a:rPr lang="en-US"/>
              <a:t>I2C0_</a:t>
            </a:r>
            <a:r>
              <a:rPr lang="en-US" dirty="0"/>
              <a:t>SDA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8F3C78-CAFF-1DF7-D821-7B13095A1E95}"/>
              </a:ext>
            </a:extLst>
          </p:cNvPr>
          <p:cNvSpPr txBox="1"/>
          <p:nvPr/>
        </p:nvSpPr>
        <p:spPr>
          <a:xfrm>
            <a:off x="6335590" y="3821610"/>
            <a:ext cx="6174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/>
            </a:lvl1pPr>
          </a:lstStyle>
          <a:p>
            <a:r>
              <a:rPr lang="en-US" dirty="0"/>
              <a:t>I2C0_SCL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827C25C-0A29-6F6D-8FAC-5B0782FB6950}"/>
              </a:ext>
            </a:extLst>
          </p:cNvPr>
          <p:cNvCxnSpPr>
            <a:cxnSpLocks/>
          </p:cNvCxnSpPr>
          <p:nvPr/>
        </p:nvCxnSpPr>
        <p:spPr>
          <a:xfrm flipH="1">
            <a:off x="9771239" y="4296751"/>
            <a:ext cx="321915" cy="0"/>
          </a:xfrm>
          <a:prstGeom prst="straightConnector1">
            <a:avLst/>
          </a:prstGeom>
          <a:ln w="25400">
            <a:solidFill>
              <a:srgbClr val="7030A0"/>
            </a:solidFill>
            <a:tailEnd type="stealth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482CF56-963A-F62D-DE5F-7E36F3224394}"/>
              </a:ext>
            </a:extLst>
          </p:cNvPr>
          <p:cNvCxnSpPr>
            <a:cxnSpLocks/>
          </p:cNvCxnSpPr>
          <p:nvPr/>
        </p:nvCxnSpPr>
        <p:spPr>
          <a:xfrm>
            <a:off x="6133117" y="4454370"/>
            <a:ext cx="2276893" cy="0"/>
          </a:xfrm>
          <a:prstGeom prst="straightConnector1">
            <a:avLst/>
          </a:prstGeom>
          <a:ln>
            <a:solidFill>
              <a:schemeClr val="tx1"/>
            </a:solidFill>
            <a:headEnd type="stealth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FCBCE55-0A8D-E515-E2F4-2DAAD9E7DD40}"/>
              </a:ext>
            </a:extLst>
          </p:cNvPr>
          <p:cNvCxnSpPr>
            <a:cxnSpLocks/>
          </p:cNvCxnSpPr>
          <p:nvPr/>
        </p:nvCxnSpPr>
        <p:spPr>
          <a:xfrm>
            <a:off x="6133117" y="4684696"/>
            <a:ext cx="2276893" cy="0"/>
          </a:xfrm>
          <a:prstGeom prst="straightConnector1">
            <a:avLst/>
          </a:prstGeom>
          <a:ln>
            <a:solidFill>
              <a:schemeClr val="tx1"/>
            </a:solidFill>
            <a:headEnd type="stealth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1FAD06D-4472-7180-0BD5-88F3C1301E49}"/>
              </a:ext>
            </a:extLst>
          </p:cNvPr>
          <p:cNvSpPr txBox="1"/>
          <p:nvPr/>
        </p:nvSpPr>
        <p:spPr>
          <a:xfrm>
            <a:off x="6329763" y="4284025"/>
            <a:ext cx="636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/>
            </a:lvl1pPr>
          </a:lstStyle>
          <a:p>
            <a:r>
              <a:rPr lang="en-US" dirty="0"/>
              <a:t>ACC_INT1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BD407C-6347-5349-0870-9CC841310E00}"/>
              </a:ext>
            </a:extLst>
          </p:cNvPr>
          <p:cNvSpPr txBox="1"/>
          <p:nvPr/>
        </p:nvSpPr>
        <p:spPr>
          <a:xfrm>
            <a:off x="6336889" y="4508084"/>
            <a:ext cx="636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/>
            </a:lvl1pPr>
          </a:lstStyle>
          <a:p>
            <a:r>
              <a:rPr lang="en-US" dirty="0"/>
              <a:t>ACC_INT2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423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213af126-92eb-4bb5-8bfd-1661103a2928" xsi:nil="true"/>
    <_ip_UnifiedCompliancePolicyProperties xmlns="http://schemas.microsoft.com/sharepoint/v3" xsi:nil="true"/>
    <lcf76f155ced4ddcb4097134ff3c332f xmlns="212195d3-613c-4a44-91d9-ac42eac57cb9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BA971E34033F4AA7025BE88BA4BE7B" ma:contentTypeVersion="20" ma:contentTypeDescription="Create a new document." ma:contentTypeScope="" ma:versionID="3a1b36f311d16156b5df7e2dbb9110b8">
  <xsd:schema xmlns:xsd="http://www.w3.org/2001/XMLSchema" xmlns:xs="http://www.w3.org/2001/XMLSchema" xmlns:p="http://schemas.microsoft.com/office/2006/metadata/properties" xmlns:ns1="http://schemas.microsoft.com/sharepoint/v3" xmlns:ns2="212195d3-613c-4a44-91d9-ac42eac57cb9" xmlns:ns3="d45dfcea-f72d-4267-851d-7ea1bd0f5af2" xmlns:ns4="213af126-92eb-4bb5-8bfd-1661103a2928" targetNamespace="http://schemas.microsoft.com/office/2006/metadata/properties" ma:root="true" ma:fieldsID="c3daead2383615748aeb09d9553d4e04" ns1:_="" ns2:_="" ns3:_="" ns4:_="">
    <xsd:import namespace="http://schemas.microsoft.com/sharepoint/v3"/>
    <xsd:import namespace="212195d3-613c-4a44-91d9-ac42eac57cb9"/>
    <xsd:import namespace="d45dfcea-f72d-4267-851d-7ea1bd0f5af2"/>
    <xsd:import namespace="213af126-92eb-4bb5-8bfd-1661103a292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2195d3-613c-4a44-91d9-ac42eac57c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8bc46713-8fa2-488a-ac8b-ad618560c9d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5dfcea-f72d-4267-851d-7ea1bd0f5af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3af126-92eb-4bb5-8bfd-1661103a2928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fd4cdf22-5fc7-4945-9e7a-ed25fb7b546a}" ma:internalName="TaxCatchAll" ma:showField="CatchAllData" ma:web="d45dfcea-f72d-4267-851d-7ea1bd0f5a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2ACA0AB-28A8-41D8-A1F2-4B833FBD650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305B8CE-A581-404A-BE83-F4FB6408317C}">
  <ds:schemaRefs>
    <ds:schemaRef ds:uri="http://purl.org/dc/dcmitype/"/>
    <ds:schemaRef ds:uri="http://schemas.microsoft.com/office/2006/metadata/properties"/>
    <ds:schemaRef ds:uri="http://schemas.microsoft.com/office/infopath/2007/PartnerControls"/>
    <ds:schemaRef ds:uri="d45dfcea-f72d-4267-851d-7ea1bd0f5af2"/>
    <ds:schemaRef ds:uri="http://purl.org/dc/elements/1.1/"/>
    <ds:schemaRef ds:uri="http://www.w3.org/XML/1998/namespace"/>
    <ds:schemaRef ds:uri="http://purl.org/dc/terms/"/>
    <ds:schemaRef ds:uri="http://schemas.microsoft.com/sharepoint/v3"/>
    <ds:schemaRef ds:uri="http://schemas.microsoft.com/office/2006/documentManagement/types"/>
    <ds:schemaRef ds:uri="http://schemas.openxmlformats.org/package/2006/metadata/core-properties"/>
    <ds:schemaRef ds:uri="213af126-92eb-4bb5-8bfd-1661103a2928"/>
    <ds:schemaRef ds:uri="212195d3-613c-4a44-91d9-ac42eac57cb9"/>
  </ds:schemaRefs>
</ds:datastoreItem>
</file>

<file path=customXml/itemProps3.xml><?xml version="1.0" encoding="utf-8"?>
<ds:datastoreItem xmlns:ds="http://schemas.openxmlformats.org/officeDocument/2006/customXml" ds:itemID="{0A21F60B-F347-4A4D-95DF-D3BBCA1A17A4}">
  <ds:schemaRefs>
    <ds:schemaRef ds:uri="212195d3-613c-4a44-91d9-ac42eac57cb9"/>
    <ds:schemaRef ds:uri="213af126-92eb-4bb5-8bfd-1661103a2928"/>
    <ds:schemaRef ds:uri="d45dfcea-f72d-4267-851d-7ea1bd0f5af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166</Words>
  <Application>Microsoft Office PowerPoint</Application>
  <PresentationFormat>Widescreen</PresentationFormat>
  <Paragraphs>60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Wearable Smart Patch MVO2 Electrical Architecture</vt:lpstr>
    </vt:vector>
  </TitlesOfParts>
  <Company>Honeywell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Nidan, Gajanan</dc:creator>
  <cp:lastModifiedBy>Hapse, Atharv</cp:lastModifiedBy>
  <cp:revision>6</cp:revision>
  <dcterms:created xsi:type="dcterms:W3CDTF">2024-09-02T06:52:47Z</dcterms:created>
  <dcterms:modified xsi:type="dcterms:W3CDTF">2025-01-28T04:45:17Z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0x010100C2BA971E34033F4AA7025BE88BA4BE7B</vt:lpwstr>
  </property>
  <property fmtid="{D5CDD505-2E9C-101B-9397-08002B2CF9AE}" pid="3" name="MediaServiceImageTags">
    <vt:lpwstr/>
  </property>
</Properties>
</file>