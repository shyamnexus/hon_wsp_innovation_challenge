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7.xml" ContentType="application/vnd.openxmlformats-officedocument.theme+xml"/>
  <Override PartName="/ppt/tags/tag14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8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9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10.xml" ContentType="application/vnd.openxmlformats-officedocument.theme+xml"/>
  <Override PartName="/ppt/tags/tag29.xml" ContentType="application/vnd.openxmlformats-officedocument.presentationml.tags+xml"/>
  <Override PartName="/ppt/theme/theme11.xml" ContentType="application/vnd.openxmlformats-officedocument.theme+xml"/>
  <Override PartName="/ppt/tags/tag3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82" r:id="rId4"/>
    <p:sldMasterId id="2147493480" r:id="rId5"/>
    <p:sldMasterId id="2147493455" r:id="rId6"/>
    <p:sldMasterId id="2147493574" r:id="rId7"/>
    <p:sldMasterId id="2147493581" r:id="rId8"/>
    <p:sldMasterId id="2147493588" r:id="rId9"/>
    <p:sldMasterId id="2147493596" r:id="rId10"/>
    <p:sldMasterId id="2147493603" r:id="rId11"/>
    <p:sldMasterId id="2147493655" r:id="rId12"/>
  </p:sldMasterIdLst>
  <p:notesMasterIdLst>
    <p:notesMasterId r:id="rId19"/>
  </p:notesMasterIdLst>
  <p:handoutMasterIdLst>
    <p:handoutMasterId r:id="rId20"/>
  </p:handoutMasterIdLst>
  <p:sldIdLst>
    <p:sldId id="26906" r:id="rId13"/>
    <p:sldId id="26921" r:id="rId14"/>
    <p:sldId id="26909" r:id="rId15"/>
    <p:sldId id="26920" r:id="rId16"/>
    <p:sldId id="26922" r:id="rId17"/>
    <p:sldId id="26923" r:id="rId18"/>
  </p:sldIdLst>
  <p:sldSz cx="12192000" cy="6858000"/>
  <p:notesSz cx="7023100" cy="9309100"/>
  <p:custDataLst>
    <p:tags r:id="rId21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16" userDrawn="1">
          <p15:clr>
            <a:srgbClr val="A4A3A4"/>
          </p15:clr>
        </p15:guide>
        <p15:guide id="2" pos="7155" userDrawn="1">
          <p15:clr>
            <a:srgbClr val="A4A3A4"/>
          </p15:clr>
        </p15:guide>
        <p15:guide id="3" orient="horz" pos="816" userDrawn="1">
          <p15:clr>
            <a:srgbClr val="A4A3A4"/>
          </p15:clr>
        </p15:guide>
        <p15:guide id="4" pos="5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rasimha, Prasanna" initials="NP" lastIdx="4" clrIdx="0">
    <p:extLst>
      <p:ext uri="{19B8F6BF-5375-455C-9EA6-DF929625EA0E}">
        <p15:presenceInfo xmlns:p15="http://schemas.microsoft.com/office/powerpoint/2012/main" userId="S-1-5-21-3588447096-1463914-869570945-2427583" providerId="AD"/>
      </p:ext>
    </p:extLst>
  </p:cmAuthor>
  <p:cmAuthor id="2" name="Narasimha, Prasanna" initials="NP [2]" lastIdx="4" clrIdx="1">
    <p:extLst>
      <p:ext uri="{19B8F6BF-5375-455C-9EA6-DF929625EA0E}">
        <p15:presenceInfo xmlns:p15="http://schemas.microsoft.com/office/powerpoint/2012/main" userId="S::Prasanna.Narasimha@Honeywell.com::1f787c87-8f63-4d47-8d10-731b62d020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DC202E"/>
    <a:srgbClr val="66FF66"/>
    <a:srgbClr val="B42833"/>
    <a:srgbClr val="70AD47"/>
    <a:srgbClr val="08304C"/>
    <a:srgbClr val="66CCFF"/>
    <a:srgbClr val="F9D3D1"/>
    <a:srgbClr val="00519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10DD68-05D6-4A76-95A7-CB49AB5E71C4}" v="10" dt="2025-02-26T07:17:02.904"/>
  </p1510:revLst>
</p1510:revInfo>
</file>

<file path=ppt/tableStyles.xml><?xml version="1.0" encoding="utf-8"?>
<a:tblStyleLst xmlns:a="http://schemas.openxmlformats.org/drawingml/2006/main" def="{EB344D84-9AFB-497E-A393-DC336BA19D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74820" autoAdjust="0"/>
  </p:normalViewPr>
  <p:slideViewPr>
    <p:cSldViewPr snapToGrid="0">
      <p:cViewPr varScale="1">
        <p:scale>
          <a:sx n="83" d="100"/>
          <a:sy n="83" d="100"/>
        </p:scale>
        <p:origin x="1674" y="-36"/>
      </p:cViewPr>
      <p:guideLst>
        <p:guide orient="horz" pos="3816"/>
        <p:guide pos="7155"/>
        <p:guide orient="horz" pos="816"/>
        <p:guide pos="52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dhav, Rupesh" userId="d92a2fc0-3676-4731-bd2b-1278f943885d" providerId="ADAL" clId="{B0D58ABF-07E2-4F0C-AC77-F66285870697}"/>
    <pc:docChg chg="undo custSel addSld delSld modSld">
      <pc:chgData name="Jadhav, Rupesh" userId="d92a2fc0-3676-4731-bd2b-1278f943885d" providerId="ADAL" clId="{B0D58ABF-07E2-4F0C-AC77-F66285870697}" dt="2025-02-25T06:17:13.575" v="1650" actId="1038"/>
      <pc:docMkLst>
        <pc:docMk/>
      </pc:docMkLst>
      <pc:sldChg chg="modSp mod">
        <pc:chgData name="Jadhav, Rupesh" userId="d92a2fc0-3676-4731-bd2b-1278f943885d" providerId="ADAL" clId="{B0D58ABF-07E2-4F0C-AC77-F66285870697}" dt="2025-02-10T05:44:18.084" v="64" actId="20577"/>
        <pc:sldMkLst>
          <pc:docMk/>
          <pc:sldMk cId="289632290" sldId="26906"/>
        </pc:sldMkLst>
        <pc:spChg chg="mod">
          <ac:chgData name="Jadhav, Rupesh" userId="d92a2fc0-3676-4731-bd2b-1278f943885d" providerId="ADAL" clId="{B0D58ABF-07E2-4F0C-AC77-F66285870697}" dt="2025-02-10T05:43:35.267" v="42" actId="20577"/>
          <ac:spMkLst>
            <pc:docMk/>
            <pc:sldMk cId="289632290" sldId="26906"/>
            <ac:spMk id="2" creationId="{FCD826AC-685E-4857-ACAC-4438A0C14E5B}"/>
          </ac:spMkLst>
        </pc:spChg>
        <pc:spChg chg="mod">
          <ac:chgData name="Jadhav, Rupesh" userId="d92a2fc0-3676-4731-bd2b-1278f943885d" providerId="ADAL" clId="{B0D58ABF-07E2-4F0C-AC77-F66285870697}" dt="2025-02-10T05:44:18.084" v="64" actId="20577"/>
          <ac:spMkLst>
            <pc:docMk/>
            <pc:sldMk cId="289632290" sldId="26906"/>
            <ac:spMk id="3" creationId="{4C5E52F0-720F-07E4-80F6-CEB28122DE0C}"/>
          </ac:spMkLst>
        </pc:spChg>
      </pc:sldChg>
      <pc:sldChg chg="addSp delSp modSp mod">
        <pc:chgData name="Jadhav, Rupesh" userId="d92a2fc0-3676-4731-bd2b-1278f943885d" providerId="ADAL" clId="{B0D58ABF-07E2-4F0C-AC77-F66285870697}" dt="2025-02-10T09:14:40.669" v="468" actId="1035"/>
        <pc:sldMkLst>
          <pc:docMk/>
          <pc:sldMk cId="2524505357" sldId="26909"/>
        </pc:sldMkLst>
        <pc:spChg chg="mod">
          <ac:chgData name="Jadhav, Rupesh" userId="d92a2fc0-3676-4731-bd2b-1278f943885d" providerId="ADAL" clId="{B0D58ABF-07E2-4F0C-AC77-F66285870697}" dt="2025-02-10T07:37:34.884" v="379" actId="1035"/>
          <ac:spMkLst>
            <pc:docMk/>
            <pc:sldMk cId="2524505357" sldId="26909"/>
            <ac:spMk id="2" creationId="{B37F812E-981E-F49D-162F-F6643E963662}"/>
          </ac:spMkLst>
        </pc:spChg>
        <pc:grpChg chg="add del mod">
          <ac:chgData name="Jadhav, Rupesh" userId="d92a2fc0-3676-4731-bd2b-1278f943885d" providerId="ADAL" clId="{B0D58ABF-07E2-4F0C-AC77-F66285870697}" dt="2025-02-10T07:34:45.179" v="348" actId="14100"/>
          <ac:grpSpMkLst>
            <pc:docMk/>
            <pc:sldMk cId="2524505357" sldId="26909"/>
            <ac:grpSpMk id="9" creationId="{95880A07-5D2C-81A3-F92A-6EDF207221A4}"/>
          </ac:grpSpMkLst>
        </pc:grpChg>
        <pc:graphicFrameChg chg="add mod">
          <ac:chgData name="Jadhav, Rupesh" userId="d92a2fc0-3676-4731-bd2b-1278f943885d" providerId="ADAL" clId="{B0D58ABF-07E2-4F0C-AC77-F66285870697}" dt="2025-02-10T07:30:16.515" v="244" actId="164"/>
          <ac:graphicFrameMkLst>
            <pc:docMk/>
            <pc:sldMk cId="2524505357" sldId="26909"/>
            <ac:graphicFrameMk id="5" creationId="{819036E8-C9E9-CF57-B557-324DBCB1AD06}"/>
          </ac:graphicFrameMkLst>
        </pc:graphicFrameChg>
        <pc:graphicFrameChg chg="add mod">
          <ac:chgData name="Jadhav, Rupesh" userId="d92a2fc0-3676-4731-bd2b-1278f943885d" providerId="ADAL" clId="{B0D58ABF-07E2-4F0C-AC77-F66285870697}" dt="2025-02-10T07:34:24.397" v="310" actId="1076"/>
          <ac:graphicFrameMkLst>
            <pc:docMk/>
            <pc:sldMk cId="2524505357" sldId="26909"/>
            <ac:graphicFrameMk id="7" creationId="{2F9DADFF-DD8C-5617-3B96-5A0A93FAB8B7}"/>
          </ac:graphicFrameMkLst>
        </pc:graphicFrameChg>
        <pc:picChg chg="add mod">
          <ac:chgData name="Jadhav, Rupesh" userId="d92a2fc0-3676-4731-bd2b-1278f943885d" providerId="ADAL" clId="{B0D58ABF-07E2-4F0C-AC77-F66285870697}" dt="2025-02-10T07:30:16.515" v="244" actId="164"/>
          <ac:picMkLst>
            <pc:docMk/>
            <pc:sldMk cId="2524505357" sldId="26909"/>
            <ac:picMk id="4" creationId="{F3C25140-B175-AAF0-52EF-67BD070330CE}"/>
          </ac:picMkLst>
        </pc:picChg>
        <pc:picChg chg="add mod modCrop">
          <ac:chgData name="Jadhav, Rupesh" userId="d92a2fc0-3676-4731-bd2b-1278f943885d" providerId="ADAL" clId="{B0D58ABF-07E2-4F0C-AC77-F66285870697}" dt="2025-02-10T07:37:07.176" v="362" actId="1076"/>
          <ac:picMkLst>
            <pc:docMk/>
            <pc:sldMk cId="2524505357" sldId="26909"/>
            <ac:picMk id="14" creationId="{6BFDE4E4-C71D-292A-B67C-7B31CB431AC3}"/>
          </ac:picMkLst>
        </pc:picChg>
        <pc:picChg chg="add mod">
          <ac:chgData name="Jadhav, Rupesh" userId="d92a2fc0-3676-4731-bd2b-1278f943885d" providerId="ADAL" clId="{B0D58ABF-07E2-4F0C-AC77-F66285870697}" dt="2025-02-10T09:14:40.669" v="468" actId="1035"/>
          <ac:picMkLst>
            <pc:docMk/>
            <pc:sldMk cId="2524505357" sldId="26909"/>
            <ac:picMk id="16" creationId="{5BE3176B-DEE4-F34B-C730-656AFB20A61C}"/>
          </ac:picMkLst>
        </pc:picChg>
      </pc:sldChg>
      <pc:sldChg chg="addSp delSp modSp mod">
        <pc:chgData name="Jadhav, Rupesh" userId="d92a2fc0-3676-4731-bd2b-1278f943885d" providerId="ADAL" clId="{B0D58ABF-07E2-4F0C-AC77-F66285870697}" dt="2025-02-17T08:53:32.727" v="901" actId="14100"/>
        <pc:sldMkLst>
          <pc:docMk/>
          <pc:sldMk cId="2803955747" sldId="26920"/>
        </pc:sldMkLst>
        <pc:spChg chg="mod">
          <ac:chgData name="Jadhav, Rupesh" userId="d92a2fc0-3676-4731-bd2b-1278f943885d" providerId="ADAL" clId="{B0D58ABF-07E2-4F0C-AC77-F66285870697}" dt="2025-02-10T07:38:08.909" v="409" actId="20577"/>
          <ac:spMkLst>
            <pc:docMk/>
            <pc:sldMk cId="2803955747" sldId="26920"/>
            <ac:spMk id="2" creationId="{D3DC0BEE-0A4F-CA8E-0D1C-CD02082A02A2}"/>
          </ac:spMkLst>
        </pc:spChg>
        <pc:spChg chg="add mod">
          <ac:chgData name="Jadhav, Rupesh" userId="d92a2fc0-3676-4731-bd2b-1278f943885d" providerId="ADAL" clId="{B0D58ABF-07E2-4F0C-AC77-F66285870697}" dt="2025-02-17T08:53:13.294" v="898" actId="1076"/>
          <ac:spMkLst>
            <pc:docMk/>
            <pc:sldMk cId="2803955747" sldId="26920"/>
            <ac:spMk id="9" creationId="{6B689B66-D77C-8252-426A-1121A806DF2B}"/>
          </ac:spMkLst>
        </pc:spChg>
        <pc:spChg chg="add mod">
          <ac:chgData name="Jadhav, Rupesh" userId="d92a2fc0-3676-4731-bd2b-1278f943885d" providerId="ADAL" clId="{B0D58ABF-07E2-4F0C-AC77-F66285870697}" dt="2025-02-17T08:52:40.291" v="854" actId="1076"/>
          <ac:spMkLst>
            <pc:docMk/>
            <pc:sldMk cId="2803955747" sldId="26920"/>
            <ac:spMk id="22" creationId="{D5559AD9-C186-864C-7ACF-C7F4BE15992C}"/>
          </ac:spMkLst>
        </pc:spChg>
        <pc:grpChg chg="add mod">
          <ac:chgData name="Jadhav, Rupesh" userId="d92a2fc0-3676-4731-bd2b-1278f943885d" providerId="ADAL" clId="{B0D58ABF-07E2-4F0C-AC77-F66285870697}" dt="2025-02-10T09:56:16.316" v="582" actId="164"/>
          <ac:grpSpMkLst>
            <pc:docMk/>
            <pc:sldMk cId="2803955747" sldId="26920"/>
            <ac:grpSpMk id="20" creationId="{3BC24053-1509-B964-0F34-16F7300939A1}"/>
          </ac:grpSpMkLst>
        </pc:grpChg>
        <pc:picChg chg="add mod modCrop">
          <ac:chgData name="Jadhav, Rupesh" userId="d92a2fc0-3676-4731-bd2b-1278f943885d" providerId="ADAL" clId="{B0D58ABF-07E2-4F0C-AC77-F66285870697}" dt="2025-02-10T10:06:45.785" v="642" actId="1036"/>
          <ac:picMkLst>
            <pc:docMk/>
            <pc:sldMk cId="2803955747" sldId="26920"/>
            <ac:picMk id="4" creationId="{B8E9A2A0-9F69-F8A0-6B29-FF9DA99D2259}"/>
          </ac:picMkLst>
        </pc:picChg>
        <pc:picChg chg="add mod modCrop">
          <ac:chgData name="Jadhav, Rupesh" userId="d92a2fc0-3676-4731-bd2b-1278f943885d" providerId="ADAL" clId="{B0D58ABF-07E2-4F0C-AC77-F66285870697}" dt="2025-02-11T09:52:58.500" v="845" actId="1076"/>
          <ac:picMkLst>
            <pc:docMk/>
            <pc:sldMk cId="2803955747" sldId="26920"/>
            <ac:picMk id="5" creationId="{B2E385FD-05BF-0F11-20E6-61879B915304}"/>
          </ac:picMkLst>
        </pc:picChg>
        <pc:picChg chg="add mod modCrop">
          <ac:chgData name="Jadhav, Rupesh" userId="d92a2fc0-3676-4731-bd2b-1278f943885d" providerId="ADAL" clId="{B0D58ABF-07E2-4F0C-AC77-F66285870697}" dt="2025-02-10T09:47:01.125" v="487" actId="1035"/>
          <ac:picMkLst>
            <pc:docMk/>
            <pc:sldMk cId="2803955747" sldId="26920"/>
            <ac:picMk id="7" creationId="{F18B31D8-7F01-30F1-0691-DD25E05504CE}"/>
          </ac:picMkLst>
        </pc:picChg>
        <pc:picChg chg="add mod modCrop">
          <ac:chgData name="Jadhav, Rupesh" userId="d92a2fc0-3676-4731-bd2b-1278f943885d" providerId="ADAL" clId="{B0D58ABF-07E2-4F0C-AC77-F66285870697}" dt="2025-02-10T09:56:16.316" v="582" actId="164"/>
          <ac:picMkLst>
            <pc:docMk/>
            <pc:sldMk cId="2803955747" sldId="26920"/>
            <ac:picMk id="11" creationId="{B0D70DDD-423A-A5CA-E51B-63483BDE4947}"/>
          </ac:picMkLst>
        </pc:picChg>
        <pc:picChg chg="add mod modCrop">
          <ac:chgData name="Jadhav, Rupesh" userId="d92a2fc0-3676-4731-bd2b-1278f943885d" providerId="ADAL" clId="{B0D58ABF-07E2-4F0C-AC77-F66285870697}" dt="2025-02-10T10:03:26.845" v="594" actId="1036"/>
          <ac:picMkLst>
            <pc:docMk/>
            <pc:sldMk cId="2803955747" sldId="26920"/>
            <ac:picMk id="17" creationId="{E366FC12-7ACF-4902-62CD-0CF0AA8F2E7A}"/>
          </ac:picMkLst>
        </pc:picChg>
        <pc:picChg chg="add mod">
          <ac:chgData name="Jadhav, Rupesh" userId="d92a2fc0-3676-4731-bd2b-1278f943885d" providerId="ADAL" clId="{B0D58ABF-07E2-4F0C-AC77-F66285870697}" dt="2025-02-10T10:03:26.845" v="594" actId="1036"/>
          <ac:picMkLst>
            <pc:docMk/>
            <pc:sldMk cId="2803955747" sldId="26920"/>
            <ac:picMk id="19" creationId="{E1753B60-AEB9-E117-CD1D-140B94B521D4}"/>
          </ac:picMkLst>
        </pc:picChg>
        <pc:picChg chg="add mod modCrop">
          <ac:chgData name="Jadhav, Rupesh" userId="d92a2fc0-3676-4731-bd2b-1278f943885d" providerId="ADAL" clId="{B0D58ABF-07E2-4F0C-AC77-F66285870697}" dt="2025-02-10T10:06:45.785" v="642" actId="1036"/>
          <ac:picMkLst>
            <pc:docMk/>
            <pc:sldMk cId="2803955747" sldId="26920"/>
            <ac:picMk id="26" creationId="{98C2951C-415A-F930-263E-7F09905A6154}"/>
          </ac:picMkLst>
        </pc:picChg>
        <pc:cxnChg chg="add mod">
          <ac:chgData name="Jadhav, Rupesh" userId="d92a2fc0-3676-4731-bd2b-1278f943885d" providerId="ADAL" clId="{B0D58ABF-07E2-4F0C-AC77-F66285870697}" dt="2025-02-17T08:53:32.727" v="901" actId="14100"/>
          <ac:cxnSpMkLst>
            <pc:docMk/>
            <pc:sldMk cId="2803955747" sldId="26920"/>
            <ac:cxnSpMk id="8" creationId="{CEBBA21B-CD75-FE14-F0D2-DAC40D3F4060}"/>
          </ac:cxnSpMkLst>
        </pc:cxnChg>
        <pc:cxnChg chg="add mod">
          <ac:chgData name="Jadhav, Rupesh" userId="d92a2fc0-3676-4731-bd2b-1278f943885d" providerId="ADAL" clId="{B0D58ABF-07E2-4F0C-AC77-F66285870697}" dt="2025-02-17T08:52:40.291" v="854" actId="1076"/>
          <ac:cxnSpMkLst>
            <pc:docMk/>
            <pc:sldMk cId="2803955747" sldId="26920"/>
            <ac:cxnSpMk id="21" creationId="{92CA57E9-18A8-3254-4C12-DEB6BDB9FAB2}"/>
          </ac:cxnSpMkLst>
        </pc:cxnChg>
      </pc:sldChg>
      <pc:sldChg chg="addSp delSp modSp mod">
        <pc:chgData name="Jadhav, Rupesh" userId="d92a2fc0-3676-4731-bd2b-1278f943885d" providerId="ADAL" clId="{B0D58ABF-07E2-4F0C-AC77-F66285870697}" dt="2025-02-11T09:59:08.969" v="846" actId="164"/>
        <pc:sldMkLst>
          <pc:docMk/>
          <pc:sldMk cId="2857310772" sldId="26921"/>
        </pc:sldMkLst>
        <pc:spChg chg="mod">
          <ac:chgData name="Jadhav, Rupesh" userId="d92a2fc0-3676-4731-bd2b-1278f943885d" providerId="ADAL" clId="{B0D58ABF-07E2-4F0C-AC77-F66285870697}" dt="2025-02-10T05:44:31.686" v="78" actId="20577"/>
          <ac:spMkLst>
            <pc:docMk/>
            <pc:sldMk cId="2857310772" sldId="26921"/>
            <ac:spMk id="2" creationId="{6C58A8E9-90DA-558F-0EC8-DFDF68C896CB}"/>
          </ac:spMkLst>
        </pc:spChg>
        <pc:spChg chg="add mod">
          <ac:chgData name="Jadhav, Rupesh" userId="d92a2fc0-3676-4731-bd2b-1278f943885d" providerId="ADAL" clId="{B0D58ABF-07E2-4F0C-AC77-F66285870697}" dt="2025-02-11T09:59:08.969" v="846" actId="164"/>
          <ac:spMkLst>
            <pc:docMk/>
            <pc:sldMk cId="2857310772" sldId="26921"/>
            <ac:spMk id="8" creationId="{4B4EB00E-10AB-4FA7-1B7F-BA17407E782B}"/>
          </ac:spMkLst>
        </pc:spChg>
        <pc:spChg chg="add mod">
          <ac:chgData name="Jadhav, Rupesh" userId="d92a2fc0-3676-4731-bd2b-1278f943885d" providerId="ADAL" clId="{B0D58ABF-07E2-4F0C-AC77-F66285870697}" dt="2025-02-11T09:59:08.969" v="846" actId="164"/>
          <ac:spMkLst>
            <pc:docMk/>
            <pc:sldMk cId="2857310772" sldId="26921"/>
            <ac:spMk id="11" creationId="{B59AE44E-B40E-43E4-1A9A-66BC3AAC5C08}"/>
          </ac:spMkLst>
        </pc:spChg>
        <pc:spChg chg="add mod">
          <ac:chgData name="Jadhav, Rupesh" userId="d92a2fc0-3676-4731-bd2b-1278f943885d" providerId="ADAL" clId="{B0D58ABF-07E2-4F0C-AC77-F66285870697}" dt="2025-02-11T09:59:08.969" v="846" actId="164"/>
          <ac:spMkLst>
            <pc:docMk/>
            <pc:sldMk cId="2857310772" sldId="26921"/>
            <ac:spMk id="15" creationId="{7398844F-B6FE-04DB-4704-8FBEBDAF5371}"/>
          </ac:spMkLst>
        </pc:spChg>
        <pc:spChg chg="add mod">
          <ac:chgData name="Jadhav, Rupesh" userId="d92a2fc0-3676-4731-bd2b-1278f943885d" providerId="ADAL" clId="{B0D58ABF-07E2-4F0C-AC77-F66285870697}" dt="2025-02-10T10:17:14.938" v="823" actId="20577"/>
          <ac:spMkLst>
            <pc:docMk/>
            <pc:sldMk cId="2857310772" sldId="26921"/>
            <ac:spMk id="16" creationId="{665A0770-5BF7-D649-B65B-F091767862CD}"/>
          </ac:spMkLst>
        </pc:spChg>
        <pc:grpChg chg="add mod">
          <ac:chgData name="Jadhav, Rupesh" userId="d92a2fc0-3676-4731-bd2b-1278f943885d" providerId="ADAL" clId="{B0D58ABF-07E2-4F0C-AC77-F66285870697}" dt="2025-02-11T09:59:08.969" v="846" actId="164"/>
          <ac:grpSpMkLst>
            <pc:docMk/>
            <pc:sldMk cId="2857310772" sldId="26921"/>
            <ac:grpSpMk id="3" creationId="{ABDE7BDF-EF5F-EA32-DDE1-83978D22DAD3}"/>
          </ac:grpSpMkLst>
        </pc:grpChg>
        <pc:picChg chg="add mod">
          <ac:chgData name="Jadhav, Rupesh" userId="d92a2fc0-3676-4731-bd2b-1278f943885d" providerId="ADAL" clId="{B0D58ABF-07E2-4F0C-AC77-F66285870697}" dt="2025-02-11T09:59:08.969" v="846" actId="164"/>
          <ac:picMkLst>
            <pc:docMk/>
            <pc:sldMk cId="2857310772" sldId="26921"/>
            <ac:picMk id="5" creationId="{57C7FF1E-76D5-9564-9F12-7DAA5FAD2076}"/>
          </ac:picMkLst>
        </pc:picChg>
        <pc:picChg chg="add mod">
          <ac:chgData name="Jadhav, Rupesh" userId="d92a2fc0-3676-4731-bd2b-1278f943885d" providerId="ADAL" clId="{B0D58ABF-07E2-4F0C-AC77-F66285870697}" dt="2025-02-11T09:59:08.969" v="846" actId="164"/>
          <ac:picMkLst>
            <pc:docMk/>
            <pc:sldMk cId="2857310772" sldId="26921"/>
            <ac:picMk id="1026" creationId="{AFDCBC0D-1B0B-3748-CFC2-568AF3F87342}"/>
          </ac:picMkLst>
        </pc:picChg>
        <pc:cxnChg chg="add mod">
          <ac:chgData name="Jadhav, Rupesh" userId="d92a2fc0-3676-4731-bd2b-1278f943885d" providerId="ADAL" clId="{B0D58ABF-07E2-4F0C-AC77-F66285870697}" dt="2025-02-11T09:59:08.969" v="846" actId="164"/>
          <ac:cxnSpMkLst>
            <pc:docMk/>
            <pc:sldMk cId="2857310772" sldId="26921"/>
            <ac:cxnSpMk id="7" creationId="{A58E6FD1-297D-C961-7871-4F108EFDF1A0}"/>
          </ac:cxnSpMkLst>
        </pc:cxnChg>
        <pc:cxnChg chg="add mod">
          <ac:chgData name="Jadhav, Rupesh" userId="d92a2fc0-3676-4731-bd2b-1278f943885d" providerId="ADAL" clId="{B0D58ABF-07E2-4F0C-AC77-F66285870697}" dt="2025-02-11T09:59:08.969" v="846" actId="164"/>
          <ac:cxnSpMkLst>
            <pc:docMk/>
            <pc:sldMk cId="2857310772" sldId="26921"/>
            <ac:cxnSpMk id="10" creationId="{ED2E4FE1-41B1-29D6-9EFD-FD953F8088C2}"/>
          </ac:cxnSpMkLst>
        </pc:cxnChg>
      </pc:sldChg>
      <pc:sldChg chg="addSp delSp new del mod">
        <pc:chgData name="Jadhav, Rupesh" userId="d92a2fc0-3676-4731-bd2b-1278f943885d" providerId="ADAL" clId="{B0D58ABF-07E2-4F0C-AC77-F66285870697}" dt="2025-02-11T04:20:28.924" v="836" actId="680"/>
        <pc:sldMkLst>
          <pc:docMk/>
          <pc:sldMk cId="560131580" sldId="26922"/>
        </pc:sldMkLst>
      </pc:sldChg>
      <pc:sldChg chg="addSp delSp new del mod">
        <pc:chgData name="Jadhav, Rupesh" userId="d92a2fc0-3676-4731-bd2b-1278f943885d" providerId="ADAL" clId="{B0D58ABF-07E2-4F0C-AC77-F66285870697}" dt="2025-02-11T04:14:34.966" v="827" actId="680"/>
        <pc:sldMkLst>
          <pc:docMk/>
          <pc:sldMk cId="1742274648" sldId="26922"/>
        </pc:sldMkLst>
      </pc:sldChg>
      <pc:sldChg chg="addSp delSp modSp mod">
        <pc:chgData name="Jadhav, Rupesh" userId="d92a2fc0-3676-4731-bd2b-1278f943885d" providerId="ADAL" clId="{B0D58ABF-07E2-4F0C-AC77-F66285870697}" dt="2025-02-25T06:17:13.575" v="1650" actId="1038"/>
        <pc:sldMkLst>
          <pc:docMk/>
          <pc:sldMk cId="2138715818" sldId="26922"/>
        </pc:sldMkLst>
        <pc:spChg chg="mod">
          <ac:chgData name="Jadhav, Rupesh" userId="d92a2fc0-3676-4731-bd2b-1278f943885d" providerId="ADAL" clId="{B0D58ABF-07E2-4F0C-AC77-F66285870697}" dt="2025-02-25T06:02:04.144" v="1562" actId="1036"/>
          <ac:spMkLst>
            <pc:docMk/>
            <pc:sldMk cId="2138715818" sldId="26922"/>
            <ac:spMk id="2" creationId="{EE4B4CB3-C45D-DCA4-9C91-948AA2085EEA}"/>
          </ac:spMkLst>
        </pc:spChg>
        <pc:spChg chg="add mod">
          <ac:chgData name="Jadhav, Rupesh" userId="d92a2fc0-3676-4731-bd2b-1278f943885d" providerId="ADAL" clId="{B0D58ABF-07E2-4F0C-AC77-F66285870697}" dt="2025-02-25T06:16:56.874" v="1649" actId="1036"/>
          <ac:spMkLst>
            <pc:docMk/>
            <pc:sldMk cId="2138715818" sldId="26922"/>
            <ac:spMk id="3" creationId="{59810A47-3C2D-51FB-3ADD-D9C9E73B7869}"/>
          </ac:spMkLst>
        </pc:spChg>
        <pc:spChg chg="add mod">
          <ac:chgData name="Jadhav, Rupesh" userId="d92a2fc0-3676-4731-bd2b-1278f943885d" providerId="ADAL" clId="{B0D58ABF-07E2-4F0C-AC77-F66285870697}" dt="2025-02-25T04:08:57.801" v="974" actId="571"/>
          <ac:spMkLst>
            <pc:docMk/>
            <pc:sldMk cId="2138715818" sldId="26922"/>
            <ac:spMk id="14" creationId="{B7E6AF72-43A5-9630-1216-D58DD60D04FD}"/>
          </ac:spMkLst>
        </pc:spChg>
        <pc:spChg chg="add mod">
          <ac:chgData name="Jadhav, Rupesh" userId="d92a2fc0-3676-4731-bd2b-1278f943885d" providerId="ADAL" clId="{B0D58ABF-07E2-4F0C-AC77-F66285870697}" dt="2025-02-25T06:16:56.874" v="1649" actId="1036"/>
          <ac:spMkLst>
            <pc:docMk/>
            <pc:sldMk cId="2138715818" sldId="26922"/>
            <ac:spMk id="15" creationId="{E5A0D363-0DF5-B6F2-AD2E-F12ED0388FF8}"/>
          </ac:spMkLst>
        </pc:spChg>
        <pc:spChg chg="add mod">
          <ac:chgData name="Jadhav, Rupesh" userId="d92a2fc0-3676-4731-bd2b-1278f943885d" providerId="ADAL" clId="{B0D58ABF-07E2-4F0C-AC77-F66285870697}" dt="2025-02-25T06:15:08.375" v="1639" actId="20577"/>
          <ac:spMkLst>
            <pc:docMk/>
            <pc:sldMk cId="2138715818" sldId="26922"/>
            <ac:spMk id="45" creationId="{B0DF155A-01DD-7077-8699-E8DEDC352139}"/>
          </ac:spMkLst>
        </pc:spChg>
        <pc:spChg chg="add mod">
          <ac:chgData name="Jadhav, Rupesh" userId="d92a2fc0-3676-4731-bd2b-1278f943885d" providerId="ADAL" clId="{B0D58ABF-07E2-4F0C-AC77-F66285870697}" dt="2025-02-25T06:03:35.224" v="1590" actId="20577"/>
          <ac:spMkLst>
            <pc:docMk/>
            <pc:sldMk cId="2138715818" sldId="26922"/>
            <ac:spMk id="46" creationId="{3CD7F2FC-5031-743E-16E0-D5112E6F82A5}"/>
          </ac:spMkLst>
        </pc:spChg>
        <pc:spChg chg="add mod">
          <ac:chgData name="Jadhav, Rupesh" userId="d92a2fc0-3676-4731-bd2b-1278f943885d" providerId="ADAL" clId="{B0D58ABF-07E2-4F0C-AC77-F66285870697}" dt="2025-02-25T06:06:22.088" v="1633" actId="1076"/>
          <ac:spMkLst>
            <pc:docMk/>
            <pc:sldMk cId="2138715818" sldId="26922"/>
            <ac:spMk id="47" creationId="{0B0CF1A1-3CB6-D4B2-5882-40B6801C0B8E}"/>
          </ac:spMkLst>
        </pc:spChg>
        <pc:grpChg chg="add mod">
          <ac:chgData name="Jadhav, Rupesh" userId="d92a2fc0-3676-4731-bd2b-1278f943885d" providerId="ADAL" clId="{B0D58ABF-07E2-4F0C-AC77-F66285870697}" dt="2025-02-25T04:08:57.801" v="974" actId="571"/>
          <ac:grpSpMkLst>
            <pc:docMk/>
            <pc:sldMk cId="2138715818" sldId="26922"/>
            <ac:grpSpMk id="4" creationId="{55AA71AE-0C99-3C5A-3747-B9217421979C}"/>
          </ac:grpSpMkLst>
        </pc:grpChg>
        <pc:grpChg chg="mod">
          <ac:chgData name="Jadhav, Rupesh" userId="d92a2fc0-3676-4731-bd2b-1278f943885d" providerId="ADAL" clId="{B0D58ABF-07E2-4F0C-AC77-F66285870697}" dt="2025-02-25T04:08:57.801" v="974" actId="571"/>
          <ac:grpSpMkLst>
            <pc:docMk/>
            <pc:sldMk cId="2138715818" sldId="26922"/>
            <ac:grpSpMk id="8" creationId="{0192230F-FC00-2896-C2D9-076403A71D04}"/>
          </ac:grpSpMkLst>
        </pc:grpChg>
        <pc:grpChg chg="del">
          <ac:chgData name="Jadhav, Rupesh" userId="d92a2fc0-3676-4731-bd2b-1278f943885d" providerId="ADAL" clId="{B0D58ABF-07E2-4F0C-AC77-F66285870697}" dt="2025-02-25T05:49:01.283" v="1313" actId="478"/>
          <ac:grpSpMkLst>
            <pc:docMk/>
            <pc:sldMk cId="2138715818" sldId="26922"/>
            <ac:grpSpMk id="10" creationId="{C86769E7-F857-7D48-17A3-59BB907C85C1}"/>
          </ac:grpSpMkLst>
        </pc:grpChg>
        <pc:grpChg chg="del mod">
          <ac:chgData name="Jadhav, Rupesh" userId="d92a2fc0-3676-4731-bd2b-1278f943885d" providerId="ADAL" clId="{B0D58ABF-07E2-4F0C-AC77-F66285870697}" dt="2025-02-25T05:50:12.877" v="1351" actId="165"/>
          <ac:grpSpMkLst>
            <pc:docMk/>
            <pc:sldMk cId="2138715818" sldId="26922"/>
            <ac:grpSpMk id="11" creationId="{5B360B3C-4883-5FC1-71F3-1C5F4A10C9CD}"/>
          </ac:grpSpMkLst>
        </pc:grpChg>
        <pc:grpChg chg="add mod">
          <ac:chgData name="Jadhav, Rupesh" userId="d92a2fc0-3676-4731-bd2b-1278f943885d" providerId="ADAL" clId="{B0D58ABF-07E2-4F0C-AC77-F66285870697}" dt="2025-02-25T05:42:45.603" v="1301" actId="164"/>
          <ac:grpSpMkLst>
            <pc:docMk/>
            <pc:sldMk cId="2138715818" sldId="26922"/>
            <ac:grpSpMk id="34" creationId="{4ECC5612-A55B-E116-0FA2-BAC00BE6C7ED}"/>
          </ac:grpSpMkLst>
        </pc:grpChg>
        <pc:grpChg chg="add mod">
          <ac:chgData name="Jadhav, Rupesh" userId="d92a2fc0-3676-4731-bd2b-1278f943885d" providerId="ADAL" clId="{B0D58ABF-07E2-4F0C-AC77-F66285870697}" dt="2025-02-25T05:51:02.415" v="1363" actId="1076"/>
          <ac:grpSpMkLst>
            <pc:docMk/>
            <pc:sldMk cId="2138715818" sldId="26922"/>
            <ac:grpSpMk id="39" creationId="{471FE01A-931E-6796-4E91-77B806A0FCBC}"/>
          </ac:grpSpMkLst>
        </pc:grpChg>
        <pc:picChg chg="add del mod topLvl">
          <ac:chgData name="Jadhav, Rupesh" userId="d92a2fc0-3676-4731-bd2b-1278f943885d" providerId="ADAL" clId="{B0D58ABF-07E2-4F0C-AC77-F66285870697}" dt="2025-02-25T05:57:15.072" v="1466" actId="1037"/>
          <ac:picMkLst>
            <pc:docMk/>
            <pc:sldMk cId="2138715818" sldId="26922"/>
            <ac:picMk id="5" creationId="{7C3EE19D-58C0-864B-C5C0-5141339E719D}"/>
          </ac:picMkLst>
        </pc:picChg>
        <pc:picChg chg="mod">
          <ac:chgData name="Jadhav, Rupesh" userId="d92a2fc0-3676-4731-bd2b-1278f943885d" providerId="ADAL" clId="{B0D58ABF-07E2-4F0C-AC77-F66285870697}" dt="2025-02-25T04:08:57.801" v="974" actId="571"/>
          <ac:picMkLst>
            <pc:docMk/>
            <pc:sldMk cId="2138715818" sldId="26922"/>
            <ac:picMk id="6" creationId="{25948C6F-02E9-E3AA-EF0D-86058E087BD2}"/>
          </ac:picMkLst>
        </pc:picChg>
        <pc:picChg chg="del">
          <ac:chgData name="Jadhav, Rupesh" userId="d92a2fc0-3676-4731-bd2b-1278f943885d" providerId="ADAL" clId="{B0D58ABF-07E2-4F0C-AC77-F66285870697}" dt="2025-02-25T05:49:01.283" v="1313" actId="478"/>
          <ac:picMkLst>
            <pc:docMk/>
            <pc:sldMk cId="2138715818" sldId="26922"/>
            <ac:picMk id="7" creationId="{EF7C87F0-2FDE-83EF-C8DB-4B458B8E4E97}"/>
          </ac:picMkLst>
        </pc:picChg>
        <pc:picChg chg="add del mod topLvl">
          <ac:chgData name="Jadhav, Rupesh" userId="d92a2fc0-3676-4731-bd2b-1278f943885d" providerId="ADAL" clId="{B0D58ABF-07E2-4F0C-AC77-F66285870697}" dt="2025-02-25T05:50:21.945" v="1355" actId="14100"/>
          <ac:picMkLst>
            <pc:docMk/>
            <pc:sldMk cId="2138715818" sldId="26922"/>
            <ac:picMk id="9" creationId="{007CB77F-BE18-8BA2-594E-F9113F381036}"/>
          </ac:picMkLst>
        </pc:picChg>
        <pc:picChg chg="mod">
          <ac:chgData name="Jadhav, Rupesh" userId="d92a2fc0-3676-4731-bd2b-1278f943885d" providerId="ADAL" clId="{B0D58ABF-07E2-4F0C-AC77-F66285870697}" dt="2025-02-25T04:08:57.801" v="974" actId="571"/>
          <ac:picMkLst>
            <pc:docMk/>
            <pc:sldMk cId="2138715818" sldId="26922"/>
            <ac:picMk id="12" creationId="{A8E435DD-45E2-1981-695F-569BC047C6F1}"/>
          </ac:picMkLst>
        </pc:picChg>
        <pc:picChg chg="mod">
          <ac:chgData name="Jadhav, Rupesh" userId="d92a2fc0-3676-4731-bd2b-1278f943885d" providerId="ADAL" clId="{B0D58ABF-07E2-4F0C-AC77-F66285870697}" dt="2025-02-25T04:08:57.801" v="974" actId="571"/>
          <ac:picMkLst>
            <pc:docMk/>
            <pc:sldMk cId="2138715818" sldId="26922"/>
            <ac:picMk id="13" creationId="{98A9B6F9-FC43-4B47-5EFD-034A8EC59376}"/>
          </ac:picMkLst>
        </pc:picChg>
        <pc:picChg chg="add del mod modCrop">
          <ac:chgData name="Jadhav, Rupesh" userId="d92a2fc0-3676-4731-bd2b-1278f943885d" providerId="ADAL" clId="{B0D58ABF-07E2-4F0C-AC77-F66285870697}" dt="2025-02-25T04:50:51.375" v="1122" actId="478"/>
          <ac:picMkLst>
            <pc:docMk/>
            <pc:sldMk cId="2138715818" sldId="26922"/>
            <ac:picMk id="22" creationId="{88C620B9-8CD3-DF93-C85C-CE33EFB25C6F}"/>
          </ac:picMkLst>
        </pc:picChg>
        <pc:picChg chg="add del mod modCrop">
          <ac:chgData name="Jadhav, Rupesh" userId="d92a2fc0-3676-4731-bd2b-1278f943885d" providerId="ADAL" clId="{B0D58ABF-07E2-4F0C-AC77-F66285870697}" dt="2025-02-25T05:28:19.595" v="1152" actId="478"/>
          <ac:picMkLst>
            <pc:docMk/>
            <pc:sldMk cId="2138715818" sldId="26922"/>
            <ac:picMk id="24" creationId="{37ABD4BD-F4AB-7AE6-03B5-5B1D9C4605D7}"/>
          </ac:picMkLst>
        </pc:picChg>
        <pc:picChg chg="add del mod">
          <ac:chgData name="Jadhav, Rupesh" userId="d92a2fc0-3676-4731-bd2b-1278f943885d" providerId="ADAL" clId="{B0D58ABF-07E2-4F0C-AC77-F66285870697}" dt="2025-02-25T05:28:01.268" v="1151" actId="478"/>
          <ac:picMkLst>
            <pc:docMk/>
            <pc:sldMk cId="2138715818" sldId="26922"/>
            <ac:picMk id="25" creationId="{5FA37AC6-EC70-D623-558A-80D248115575}"/>
          </ac:picMkLst>
        </pc:picChg>
        <pc:picChg chg="add del mod modCrop">
          <ac:chgData name="Jadhav, Rupesh" userId="d92a2fc0-3676-4731-bd2b-1278f943885d" providerId="ADAL" clId="{B0D58ABF-07E2-4F0C-AC77-F66285870697}" dt="2025-02-25T05:27:39.547" v="1150" actId="478"/>
          <ac:picMkLst>
            <pc:docMk/>
            <pc:sldMk cId="2138715818" sldId="26922"/>
            <ac:picMk id="26" creationId="{C8BB63C7-D8E2-611A-B238-56846112509C}"/>
          </ac:picMkLst>
        </pc:picChg>
        <pc:picChg chg="add del mod modCrop">
          <ac:chgData name="Jadhav, Rupesh" userId="d92a2fc0-3676-4731-bd2b-1278f943885d" providerId="ADAL" clId="{B0D58ABF-07E2-4F0C-AC77-F66285870697}" dt="2025-02-25T05:38:53.456" v="1179" actId="478"/>
          <ac:picMkLst>
            <pc:docMk/>
            <pc:sldMk cId="2138715818" sldId="26922"/>
            <ac:picMk id="28" creationId="{F007B67B-1020-B672-F6C7-72A6FB0E80CB}"/>
          </ac:picMkLst>
        </pc:picChg>
        <pc:picChg chg="add mod modCrop">
          <ac:chgData name="Jadhav, Rupesh" userId="d92a2fc0-3676-4731-bd2b-1278f943885d" providerId="ADAL" clId="{B0D58ABF-07E2-4F0C-AC77-F66285870697}" dt="2025-02-25T05:40:52.717" v="1294" actId="1076"/>
          <ac:picMkLst>
            <pc:docMk/>
            <pc:sldMk cId="2138715818" sldId="26922"/>
            <ac:picMk id="30" creationId="{2C822929-E1E0-03EB-8221-C0B2207A9351}"/>
          </ac:picMkLst>
        </pc:picChg>
        <pc:picChg chg="add mod modCrop">
          <ac:chgData name="Jadhav, Rupesh" userId="d92a2fc0-3676-4731-bd2b-1278f943885d" providerId="ADAL" clId="{B0D58ABF-07E2-4F0C-AC77-F66285870697}" dt="2025-02-25T05:42:45.603" v="1301" actId="164"/>
          <ac:picMkLst>
            <pc:docMk/>
            <pc:sldMk cId="2138715818" sldId="26922"/>
            <ac:picMk id="32" creationId="{265EE191-9D5A-17A7-9C7F-7C711C22E96E}"/>
          </ac:picMkLst>
        </pc:picChg>
        <pc:picChg chg="add mod modCrop">
          <ac:chgData name="Jadhav, Rupesh" userId="d92a2fc0-3676-4731-bd2b-1278f943885d" providerId="ADAL" clId="{B0D58ABF-07E2-4F0C-AC77-F66285870697}" dt="2025-02-25T05:42:45.603" v="1301" actId="164"/>
          <ac:picMkLst>
            <pc:docMk/>
            <pc:sldMk cId="2138715818" sldId="26922"/>
            <ac:picMk id="33" creationId="{0DF1BC00-864F-1C77-4381-C3E291F346AC}"/>
          </ac:picMkLst>
        </pc:picChg>
        <pc:picChg chg="add mod modCrop">
          <ac:chgData name="Jadhav, Rupesh" userId="d92a2fc0-3676-4731-bd2b-1278f943885d" providerId="ADAL" clId="{B0D58ABF-07E2-4F0C-AC77-F66285870697}" dt="2025-02-25T05:50:37.785" v="1360" actId="1037"/>
          <ac:picMkLst>
            <pc:docMk/>
            <pc:sldMk cId="2138715818" sldId="26922"/>
            <ac:picMk id="36" creationId="{3A103F9E-8B3F-9C2B-C383-298DD1D2D7CA}"/>
          </ac:picMkLst>
        </pc:picChg>
        <pc:picChg chg="add mod modCrop">
          <ac:chgData name="Jadhav, Rupesh" userId="d92a2fc0-3676-4731-bd2b-1278f943885d" providerId="ADAL" clId="{B0D58ABF-07E2-4F0C-AC77-F66285870697}" dt="2025-02-25T05:50:41.086" v="1361" actId="164"/>
          <ac:picMkLst>
            <pc:docMk/>
            <pc:sldMk cId="2138715818" sldId="26922"/>
            <ac:picMk id="38" creationId="{88AFECE0-CEA2-BA34-FB54-EF034605D908}"/>
          </ac:picMkLst>
        </pc:picChg>
        <pc:picChg chg="add del mod">
          <ac:chgData name="Jadhav, Rupesh" userId="d92a2fc0-3676-4731-bd2b-1278f943885d" providerId="ADAL" clId="{B0D58ABF-07E2-4F0C-AC77-F66285870697}" dt="2025-02-25T05:51:44.241" v="1390" actId="478"/>
          <ac:picMkLst>
            <pc:docMk/>
            <pc:sldMk cId="2138715818" sldId="26922"/>
            <ac:picMk id="40" creationId="{45DF7ED4-3DBA-A72D-F1D7-F5391F4EE917}"/>
          </ac:picMkLst>
        </pc:picChg>
        <pc:picChg chg="add del mod modCrop">
          <ac:chgData name="Jadhav, Rupesh" userId="d92a2fc0-3676-4731-bd2b-1278f943885d" providerId="ADAL" clId="{B0D58ABF-07E2-4F0C-AC77-F66285870697}" dt="2025-02-25T05:53:11.162" v="1400" actId="21"/>
          <ac:picMkLst>
            <pc:docMk/>
            <pc:sldMk cId="2138715818" sldId="26922"/>
            <ac:picMk id="42" creationId="{347F8B8C-602F-914A-57AD-0202388EE7F8}"/>
          </ac:picMkLst>
        </pc:picChg>
        <pc:picChg chg="add mod">
          <ac:chgData name="Jadhav, Rupesh" userId="d92a2fc0-3676-4731-bd2b-1278f943885d" providerId="ADAL" clId="{B0D58ABF-07E2-4F0C-AC77-F66285870697}" dt="2025-02-25T06:01:49.851" v="1548" actId="1076"/>
          <ac:picMkLst>
            <pc:docMk/>
            <pc:sldMk cId="2138715818" sldId="26922"/>
            <ac:picMk id="44" creationId="{1ADA7113-0D18-85B9-DAEF-B31493B2486B}"/>
          </ac:picMkLst>
        </pc:picChg>
        <pc:cxnChg chg="add mod">
          <ac:chgData name="Jadhav, Rupesh" userId="d92a2fc0-3676-4731-bd2b-1278f943885d" providerId="ADAL" clId="{B0D58ABF-07E2-4F0C-AC77-F66285870697}" dt="2025-02-25T06:17:13.575" v="1650" actId="1038"/>
          <ac:cxnSpMkLst>
            <pc:docMk/>
            <pc:sldMk cId="2138715818" sldId="26922"/>
            <ac:cxnSpMk id="17" creationId="{FF9B076F-CB2B-229D-E1E3-3ABF994CF281}"/>
          </ac:cxnSpMkLst>
        </pc:cxnChg>
        <pc:cxnChg chg="add del mod">
          <ac:chgData name="Jadhav, Rupesh" userId="d92a2fc0-3676-4731-bd2b-1278f943885d" providerId="ADAL" clId="{B0D58ABF-07E2-4F0C-AC77-F66285870697}" dt="2025-02-25T04:10:53.555" v="1039" actId="478"/>
          <ac:cxnSpMkLst>
            <pc:docMk/>
            <pc:sldMk cId="2138715818" sldId="26922"/>
            <ac:cxnSpMk id="20" creationId="{757D1455-3723-AF33-BE94-6711E33110CA}"/>
          </ac:cxnSpMkLst>
        </pc:cxnChg>
        <pc:cxnChg chg="add mod">
          <ac:chgData name="Jadhav, Rupesh" userId="d92a2fc0-3676-4731-bd2b-1278f943885d" providerId="ADAL" clId="{B0D58ABF-07E2-4F0C-AC77-F66285870697}" dt="2025-02-25T06:06:26.539" v="1635" actId="14100"/>
          <ac:cxnSpMkLst>
            <pc:docMk/>
            <pc:sldMk cId="2138715818" sldId="26922"/>
            <ac:cxnSpMk id="48" creationId="{EB34795B-FDAF-231E-E9B2-92C54E63CE9B}"/>
          </ac:cxnSpMkLst>
        </pc:cxnChg>
        <pc:cxnChg chg="add mod">
          <ac:chgData name="Jadhav, Rupesh" userId="d92a2fc0-3676-4731-bd2b-1278f943885d" providerId="ADAL" clId="{B0D58ABF-07E2-4F0C-AC77-F66285870697}" dt="2025-02-25T06:06:31.864" v="1637" actId="14100"/>
          <ac:cxnSpMkLst>
            <pc:docMk/>
            <pc:sldMk cId="2138715818" sldId="26922"/>
            <ac:cxnSpMk id="54" creationId="{F8F471FB-62F5-F5DB-431A-9E21CD8BA7AD}"/>
          </ac:cxnSpMkLst>
        </pc:cxnChg>
      </pc:sldChg>
      <pc:sldChg chg="new del">
        <pc:chgData name="Jadhav, Rupesh" userId="d92a2fc0-3676-4731-bd2b-1278f943885d" providerId="ADAL" clId="{B0D58ABF-07E2-4F0C-AC77-F66285870697}" dt="2025-02-11T04:52:53.149" v="838" actId="2696"/>
        <pc:sldMkLst>
          <pc:docMk/>
          <pc:sldMk cId="4228407016" sldId="26922"/>
        </pc:sldMkLst>
      </pc:sldChg>
      <pc:sldChg chg="add del">
        <pc:chgData name="Jadhav, Rupesh" userId="d92a2fc0-3676-4731-bd2b-1278f943885d" providerId="ADAL" clId="{B0D58ABF-07E2-4F0C-AC77-F66285870697}" dt="2025-02-25T04:06:43.940" v="958" actId="2890"/>
        <pc:sldMkLst>
          <pc:docMk/>
          <pc:sldMk cId="506162089" sldId="26923"/>
        </pc:sldMkLst>
      </pc:sldChg>
      <pc:sldChg chg="addSp delSp modSp new del mod">
        <pc:chgData name="Jadhav, Rupesh" userId="d92a2fc0-3676-4731-bd2b-1278f943885d" providerId="ADAL" clId="{B0D58ABF-07E2-4F0C-AC77-F66285870697}" dt="2025-02-25T06:07:12.570" v="1638" actId="47"/>
        <pc:sldMkLst>
          <pc:docMk/>
          <pc:sldMk cId="2869431949" sldId="26923"/>
        </pc:sldMkLst>
        <pc:grpChg chg="add del mod">
          <ac:chgData name="Jadhav, Rupesh" userId="d92a2fc0-3676-4731-bd2b-1278f943885d" providerId="ADAL" clId="{B0D58ABF-07E2-4F0C-AC77-F66285870697}" dt="2025-02-25T05:59:40.185" v="1529" actId="165"/>
          <ac:grpSpMkLst>
            <pc:docMk/>
            <pc:sldMk cId="2869431949" sldId="26923"/>
            <ac:grpSpMk id="5" creationId="{60A42C8B-2FB1-C831-B0B7-5CCA96F6E9BB}"/>
          </ac:grpSpMkLst>
        </pc:grpChg>
        <pc:grpChg chg="add mod">
          <ac:chgData name="Jadhav, Rupesh" userId="d92a2fc0-3676-4731-bd2b-1278f943885d" providerId="ADAL" clId="{B0D58ABF-07E2-4F0C-AC77-F66285870697}" dt="2025-02-25T05:59:52.474" v="1530" actId="164"/>
          <ac:grpSpMkLst>
            <pc:docMk/>
            <pc:sldMk cId="2869431949" sldId="26923"/>
            <ac:grpSpMk id="7" creationId="{7925F333-8A3B-2B92-F57F-E2083682842B}"/>
          </ac:grpSpMkLst>
        </pc:grpChg>
        <pc:picChg chg="add mod topLvl modCrop">
          <ac:chgData name="Jadhav, Rupesh" userId="d92a2fc0-3676-4731-bd2b-1278f943885d" providerId="ADAL" clId="{B0D58ABF-07E2-4F0C-AC77-F66285870697}" dt="2025-02-25T05:59:52.474" v="1530" actId="164"/>
          <ac:picMkLst>
            <pc:docMk/>
            <pc:sldMk cId="2869431949" sldId="26923"/>
            <ac:picMk id="4" creationId="{F5A4AE08-3EA7-25C3-DB36-53CF9AF2B0FB}"/>
          </ac:picMkLst>
        </pc:picChg>
        <pc:picChg chg="add mod topLvl modCrop">
          <ac:chgData name="Jadhav, Rupesh" userId="d92a2fc0-3676-4731-bd2b-1278f943885d" providerId="ADAL" clId="{B0D58ABF-07E2-4F0C-AC77-F66285870697}" dt="2025-02-25T05:59:52.474" v="1530" actId="164"/>
          <ac:picMkLst>
            <pc:docMk/>
            <pc:sldMk cId="2869431949" sldId="26923"/>
            <ac:picMk id="6" creationId="{065E8B2F-26B8-3859-63D0-433233D770FA}"/>
          </ac:picMkLst>
        </pc:picChg>
        <pc:picChg chg="add mod topLvl">
          <ac:chgData name="Jadhav, Rupesh" userId="d92a2fc0-3676-4731-bd2b-1278f943885d" providerId="ADAL" clId="{B0D58ABF-07E2-4F0C-AC77-F66285870697}" dt="2025-02-25T05:59:52.474" v="1530" actId="164"/>
          <ac:picMkLst>
            <pc:docMk/>
            <pc:sldMk cId="2869431949" sldId="26923"/>
            <ac:picMk id="42" creationId="{347F8B8C-602F-914A-57AD-0202388EE7F8}"/>
          </ac:picMkLst>
        </pc:picChg>
      </pc:sldChg>
    </pc:docChg>
  </pc:docChgLst>
  <pc:docChgLst>
    <pc:chgData name="Pal, Ramkrishna" userId="360435da-d75b-4873-8c09-5af9d7b3780c" providerId="ADAL" clId="{AB66A3F3-3253-4915-981E-595F9052CF03}"/>
    <pc:docChg chg="modSld">
      <pc:chgData name="Pal, Ramkrishna" userId="360435da-d75b-4873-8c09-5af9d7b3780c" providerId="ADAL" clId="{AB66A3F3-3253-4915-981E-595F9052CF03}" dt="2025-02-25T11:42:27.360" v="33" actId="115"/>
      <pc:docMkLst>
        <pc:docMk/>
      </pc:docMkLst>
      <pc:sldChg chg="modSp mod">
        <pc:chgData name="Pal, Ramkrishna" userId="360435da-d75b-4873-8c09-5af9d7b3780c" providerId="ADAL" clId="{AB66A3F3-3253-4915-981E-595F9052CF03}" dt="2025-02-25T03:50:15.048" v="30" actId="20577"/>
        <pc:sldMkLst>
          <pc:docMk/>
          <pc:sldMk cId="2857310772" sldId="26921"/>
        </pc:sldMkLst>
        <pc:spChg chg="mod">
          <ac:chgData name="Pal, Ramkrishna" userId="360435da-d75b-4873-8c09-5af9d7b3780c" providerId="ADAL" clId="{AB66A3F3-3253-4915-981E-595F9052CF03}" dt="2025-02-25T03:50:15.048" v="30" actId="20577"/>
          <ac:spMkLst>
            <pc:docMk/>
            <pc:sldMk cId="2857310772" sldId="26921"/>
            <ac:spMk id="16" creationId="{665A0770-5BF7-D649-B65B-F091767862CD}"/>
          </ac:spMkLst>
        </pc:spChg>
      </pc:sldChg>
      <pc:sldChg chg="modSp mod">
        <pc:chgData name="Pal, Ramkrishna" userId="360435da-d75b-4873-8c09-5af9d7b3780c" providerId="ADAL" clId="{AB66A3F3-3253-4915-981E-595F9052CF03}" dt="2025-02-25T11:42:27.360" v="33" actId="115"/>
        <pc:sldMkLst>
          <pc:docMk/>
          <pc:sldMk cId="2138715818" sldId="26922"/>
        </pc:sldMkLst>
        <pc:spChg chg="mod">
          <ac:chgData name="Pal, Ramkrishna" userId="360435da-d75b-4873-8c09-5af9d7b3780c" providerId="ADAL" clId="{AB66A3F3-3253-4915-981E-595F9052CF03}" dt="2025-02-25T11:42:27.360" v="33" actId="115"/>
          <ac:spMkLst>
            <pc:docMk/>
            <pc:sldMk cId="2138715818" sldId="26922"/>
            <ac:spMk id="15" creationId="{E5A0D363-0DF5-B6F2-AD2E-F12ED0388FF8}"/>
          </ac:spMkLst>
        </pc:spChg>
      </pc:sldChg>
    </pc:docChg>
  </pc:docChgLst>
  <pc:docChgLst>
    <pc:chgData name="Kapse, Ujwala (CSW)" userId="b72dc380-1a1c-45af-a785-636a2017bb74" providerId="ADAL" clId="{DBA5D478-C945-49B6-8BA9-5CC699433D29}"/>
    <pc:docChg chg="undo custSel addSld delSld modSld sldOrd">
      <pc:chgData name="Kapse, Ujwala (CSW)" userId="b72dc380-1a1c-45af-a785-636a2017bb74" providerId="ADAL" clId="{DBA5D478-C945-49B6-8BA9-5CC699433D29}" dt="2024-09-16T12:31:19.392" v="450" actId="20577"/>
      <pc:docMkLst>
        <pc:docMk/>
      </pc:docMkLst>
      <pc:sldChg chg="modSp mod">
        <pc:chgData name="Kapse, Ujwala (CSW)" userId="b72dc380-1a1c-45af-a785-636a2017bb74" providerId="ADAL" clId="{DBA5D478-C945-49B6-8BA9-5CC699433D29}" dt="2024-09-16T06:07:53.956" v="22" actId="20577"/>
        <pc:sldMkLst>
          <pc:docMk/>
          <pc:sldMk cId="289632290" sldId="26906"/>
        </pc:sldMkLst>
      </pc:sldChg>
      <pc:sldChg chg="addSp delSp modSp mod">
        <pc:chgData name="Kapse, Ujwala (CSW)" userId="b72dc380-1a1c-45af-a785-636a2017bb74" providerId="ADAL" clId="{DBA5D478-C945-49B6-8BA9-5CC699433D29}" dt="2024-09-16T06:20:11.046" v="185" actId="20577"/>
        <pc:sldMkLst>
          <pc:docMk/>
          <pc:sldMk cId="2524505357" sldId="26909"/>
        </pc:sldMkLst>
      </pc:sldChg>
      <pc:sldChg chg="addSp delSp modSp mod">
        <pc:chgData name="Kapse, Ujwala (CSW)" userId="b72dc380-1a1c-45af-a785-636a2017bb74" providerId="ADAL" clId="{DBA5D478-C945-49B6-8BA9-5CC699433D29}" dt="2024-09-16T12:31:19.392" v="450" actId="20577"/>
        <pc:sldMkLst>
          <pc:docMk/>
          <pc:sldMk cId="2803955747" sldId="26920"/>
        </pc:sldMkLst>
      </pc:sldChg>
      <pc:sldChg chg="addSp delSp modSp new add del mod ord">
        <pc:chgData name="Kapse, Ujwala (CSW)" userId="b72dc380-1a1c-45af-a785-636a2017bb74" providerId="ADAL" clId="{DBA5D478-C945-49B6-8BA9-5CC699433D29}" dt="2024-09-16T12:30:36.534" v="444" actId="20577"/>
        <pc:sldMkLst>
          <pc:docMk/>
          <pc:sldMk cId="2857310772" sldId="26921"/>
        </pc:sldMkLst>
      </pc:sldChg>
    </pc:docChg>
  </pc:docChgLst>
  <pc:docChgLst>
    <pc:chgData name="Shrivastava, Shyam" userId="5ec9cb0a-1643-4e76-ad11-eae53f7d7c03" providerId="ADAL" clId="{7410DD68-05D6-4A76-95A7-CB49AB5E71C4}"/>
    <pc:docChg chg="undo custSel addSld modSld">
      <pc:chgData name="Shrivastava, Shyam" userId="5ec9cb0a-1643-4e76-ad11-eae53f7d7c03" providerId="ADAL" clId="{7410DD68-05D6-4A76-95A7-CB49AB5E71C4}" dt="2025-02-26T08:25:25.392" v="753" actId="20577"/>
      <pc:docMkLst>
        <pc:docMk/>
      </pc:docMkLst>
      <pc:sldChg chg="modNotesTx">
        <pc:chgData name="Shrivastava, Shyam" userId="5ec9cb0a-1643-4e76-ad11-eae53f7d7c03" providerId="ADAL" clId="{7410DD68-05D6-4A76-95A7-CB49AB5E71C4}" dt="2025-02-26T07:19:15.263" v="402"/>
        <pc:sldMkLst>
          <pc:docMk/>
          <pc:sldMk cId="2524505357" sldId="26909"/>
        </pc:sldMkLst>
      </pc:sldChg>
      <pc:sldChg chg="modNotesTx">
        <pc:chgData name="Shrivastava, Shyam" userId="5ec9cb0a-1643-4e76-ad11-eae53f7d7c03" providerId="ADAL" clId="{7410DD68-05D6-4A76-95A7-CB49AB5E71C4}" dt="2025-02-26T08:23:43.543" v="554" actId="20577"/>
        <pc:sldMkLst>
          <pc:docMk/>
          <pc:sldMk cId="2803955747" sldId="26920"/>
        </pc:sldMkLst>
      </pc:sldChg>
      <pc:sldChg chg="modNotesTx">
        <pc:chgData name="Shrivastava, Shyam" userId="5ec9cb0a-1643-4e76-ad11-eae53f7d7c03" providerId="ADAL" clId="{7410DD68-05D6-4A76-95A7-CB49AB5E71C4}" dt="2025-02-26T07:06:49.537" v="338" actId="20577"/>
        <pc:sldMkLst>
          <pc:docMk/>
          <pc:sldMk cId="2857310772" sldId="26921"/>
        </pc:sldMkLst>
      </pc:sldChg>
      <pc:sldChg chg="modNotesTx">
        <pc:chgData name="Shrivastava, Shyam" userId="5ec9cb0a-1643-4e76-ad11-eae53f7d7c03" providerId="ADAL" clId="{7410DD68-05D6-4A76-95A7-CB49AB5E71C4}" dt="2025-02-26T08:25:25.392" v="753" actId="20577"/>
        <pc:sldMkLst>
          <pc:docMk/>
          <pc:sldMk cId="2138715818" sldId="26922"/>
        </pc:sldMkLst>
      </pc:sldChg>
      <pc:sldChg chg="addSp delSp modSp new mod">
        <pc:chgData name="Shrivastava, Shyam" userId="5ec9cb0a-1643-4e76-ad11-eae53f7d7c03" providerId="ADAL" clId="{7410DD68-05D6-4A76-95A7-CB49AB5E71C4}" dt="2025-02-26T07:08:11.107" v="366" actId="478"/>
        <pc:sldMkLst>
          <pc:docMk/>
          <pc:sldMk cId="636086176" sldId="26923"/>
        </pc:sldMkLst>
        <pc:spChg chg="mod">
          <ac:chgData name="Shrivastava, Shyam" userId="5ec9cb0a-1643-4e76-ad11-eae53f7d7c03" providerId="ADAL" clId="{7410DD68-05D6-4A76-95A7-CB49AB5E71C4}" dt="2025-02-26T07:07:56.274" v="365" actId="20577"/>
          <ac:spMkLst>
            <pc:docMk/>
            <pc:sldMk cId="636086176" sldId="26923"/>
            <ac:spMk id="2" creationId="{431F8227-CA2A-479F-ABAD-38636705120D}"/>
          </ac:spMkLst>
        </pc:spChg>
        <pc:spChg chg="del">
          <ac:chgData name="Shrivastava, Shyam" userId="5ec9cb0a-1643-4e76-ad11-eae53f7d7c03" providerId="ADAL" clId="{7410DD68-05D6-4A76-95A7-CB49AB5E71C4}" dt="2025-02-26T07:08:11.107" v="366" actId="478"/>
          <ac:spMkLst>
            <pc:docMk/>
            <pc:sldMk cId="636086176" sldId="26923"/>
            <ac:spMk id="3" creationId="{206FF585-4406-C265-B7E4-64EAAC100D40}"/>
          </ac:spMkLst>
        </pc:spChg>
        <pc:grpChg chg="add mod">
          <ac:chgData name="Shrivastava, Shyam" userId="5ec9cb0a-1643-4e76-ad11-eae53f7d7c03" providerId="ADAL" clId="{7410DD68-05D6-4A76-95A7-CB49AB5E71C4}" dt="2025-02-26T07:07:25.712" v="341"/>
          <ac:grpSpMkLst>
            <pc:docMk/>
            <pc:sldMk cId="636086176" sldId="26923"/>
            <ac:grpSpMk id="8" creationId="{D6B10731-051F-6DC5-7514-71648974981E}"/>
          </ac:grpSpMkLst>
        </pc:grpChg>
        <pc:grpChg chg="mod">
          <ac:chgData name="Shrivastava, Shyam" userId="5ec9cb0a-1643-4e76-ad11-eae53f7d7c03" providerId="ADAL" clId="{7410DD68-05D6-4A76-95A7-CB49AB5E71C4}" dt="2025-02-26T07:07:25.712" v="341"/>
          <ac:grpSpMkLst>
            <pc:docMk/>
            <pc:sldMk cId="636086176" sldId="26923"/>
            <ac:grpSpMk id="10" creationId="{C86769E7-F857-7D48-17A3-59BB907C85C1}"/>
          </ac:grpSpMkLst>
        </pc:grpChg>
        <pc:grpChg chg="add mod">
          <ac:chgData name="Shrivastava, Shyam" userId="5ec9cb0a-1643-4e76-ad11-eae53f7d7c03" providerId="ADAL" clId="{7410DD68-05D6-4A76-95A7-CB49AB5E71C4}" dt="2025-02-26T07:07:36.888" v="347"/>
          <ac:grpSpMkLst>
            <pc:docMk/>
            <pc:sldMk cId="636086176" sldId="26923"/>
            <ac:grpSpMk id="17" creationId="{EFE65E91-2D9A-0749-BBF0-434E052E8E39}"/>
          </ac:grpSpMkLst>
        </pc:grpChg>
        <pc:grpChg chg="mod">
          <ac:chgData name="Shrivastava, Shyam" userId="5ec9cb0a-1643-4e76-ad11-eae53f7d7c03" providerId="ADAL" clId="{7410DD68-05D6-4A76-95A7-CB49AB5E71C4}" dt="2025-02-26T07:07:36.888" v="347"/>
          <ac:grpSpMkLst>
            <pc:docMk/>
            <pc:sldMk cId="636086176" sldId="26923"/>
            <ac:grpSpMk id="19" creationId="{C86769E7-F857-7D48-17A3-59BB907C85C1}"/>
          </ac:grpSpMkLst>
        </pc:grpChg>
        <pc:graphicFrameChg chg="add mod">
          <ac:chgData name="Shrivastava, Shyam" userId="5ec9cb0a-1643-4e76-ad11-eae53f7d7c03" providerId="ADAL" clId="{7410DD68-05D6-4A76-95A7-CB49AB5E71C4}" dt="2025-02-26T07:07:19.836" v="340"/>
          <ac:graphicFrameMkLst>
            <pc:docMk/>
            <pc:sldMk cId="636086176" sldId="26923"/>
            <ac:graphicFrameMk id="4" creationId="{925B9CC8-81D6-4830-EDB5-65812AC95839}"/>
          </ac:graphicFrameMkLst>
        </pc:graphicFrameChg>
        <pc:graphicFrameChg chg="add mod">
          <ac:chgData name="Shrivastava, Shyam" userId="5ec9cb0a-1643-4e76-ad11-eae53f7d7c03" providerId="ADAL" clId="{7410DD68-05D6-4A76-95A7-CB49AB5E71C4}" dt="2025-02-26T07:07:32.255" v="342"/>
          <ac:graphicFrameMkLst>
            <pc:docMk/>
            <pc:sldMk cId="636086176" sldId="26923"/>
            <ac:graphicFrameMk id="13" creationId="{B49AEA02-DFBC-E46F-FDC5-26B641FDCCA0}"/>
          </ac:graphicFrameMkLst>
        </pc:graphicFrameChg>
        <pc:picChg chg="add mod">
          <ac:chgData name="Shrivastava, Shyam" userId="5ec9cb0a-1643-4e76-ad11-eae53f7d7c03" providerId="ADAL" clId="{7410DD68-05D6-4A76-95A7-CB49AB5E71C4}" dt="2025-02-26T07:07:25.712" v="341"/>
          <ac:picMkLst>
            <pc:docMk/>
            <pc:sldMk cId="636086176" sldId="26923"/>
            <ac:picMk id="5" creationId="{36DF1BE0-00C9-4701-B7DA-705367B0D273}"/>
          </ac:picMkLst>
        </pc:picChg>
        <pc:picChg chg="add mod">
          <ac:chgData name="Shrivastava, Shyam" userId="5ec9cb0a-1643-4e76-ad11-eae53f7d7c03" providerId="ADAL" clId="{7410DD68-05D6-4A76-95A7-CB49AB5E71C4}" dt="2025-02-26T07:07:25.712" v="341"/>
          <ac:picMkLst>
            <pc:docMk/>
            <pc:sldMk cId="636086176" sldId="26923"/>
            <ac:picMk id="6" creationId="{5BE3176B-DEE4-F34B-C730-656AFB20A61C}"/>
          </ac:picMkLst>
        </pc:picChg>
        <pc:picChg chg="add mod">
          <ac:chgData name="Shrivastava, Shyam" userId="5ec9cb0a-1643-4e76-ad11-eae53f7d7c03" providerId="ADAL" clId="{7410DD68-05D6-4A76-95A7-CB49AB5E71C4}" dt="2025-02-26T07:07:25.712" v="341"/>
          <ac:picMkLst>
            <pc:docMk/>
            <pc:sldMk cId="636086176" sldId="26923"/>
            <ac:picMk id="7" creationId="{B2E385FD-05BF-0F11-20E6-61879B915304}"/>
          </ac:picMkLst>
        </pc:picChg>
        <pc:picChg chg="mod">
          <ac:chgData name="Shrivastava, Shyam" userId="5ec9cb0a-1643-4e76-ad11-eae53f7d7c03" providerId="ADAL" clId="{7410DD68-05D6-4A76-95A7-CB49AB5E71C4}" dt="2025-02-26T07:07:25.712" v="341"/>
          <ac:picMkLst>
            <pc:docMk/>
            <pc:sldMk cId="636086176" sldId="26923"/>
            <ac:picMk id="9" creationId="{7C3EE19D-58C0-864B-C5C0-5141339E719D}"/>
          </ac:picMkLst>
        </pc:picChg>
        <pc:picChg chg="mod">
          <ac:chgData name="Shrivastava, Shyam" userId="5ec9cb0a-1643-4e76-ad11-eae53f7d7c03" providerId="ADAL" clId="{7410DD68-05D6-4A76-95A7-CB49AB5E71C4}" dt="2025-02-26T07:07:25.712" v="341"/>
          <ac:picMkLst>
            <pc:docMk/>
            <pc:sldMk cId="636086176" sldId="26923"/>
            <ac:picMk id="11" creationId="{EF7C87F0-2FDE-83EF-C8DB-4B458B8E4E97}"/>
          </ac:picMkLst>
        </pc:picChg>
        <pc:picChg chg="mod">
          <ac:chgData name="Shrivastava, Shyam" userId="5ec9cb0a-1643-4e76-ad11-eae53f7d7c03" providerId="ADAL" clId="{7410DD68-05D6-4A76-95A7-CB49AB5E71C4}" dt="2025-02-26T07:07:25.712" v="341"/>
          <ac:picMkLst>
            <pc:docMk/>
            <pc:sldMk cId="636086176" sldId="26923"/>
            <ac:picMk id="12" creationId="{007CB77F-BE18-8BA2-594E-F9113F381036}"/>
          </ac:picMkLst>
        </pc:picChg>
        <pc:picChg chg="add mod">
          <ac:chgData name="Shrivastava, Shyam" userId="5ec9cb0a-1643-4e76-ad11-eae53f7d7c03" providerId="ADAL" clId="{7410DD68-05D6-4A76-95A7-CB49AB5E71C4}" dt="2025-02-26T07:07:36.888" v="347"/>
          <ac:picMkLst>
            <pc:docMk/>
            <pc:sldMk cId="636086176" sldId="26923"/>
            <ac:picMk id="14" creationId="{36DF1BE0-00C9-4701-B7DA-705367B0D273}"/>
          </ac:picMkLst>
        </pc:picChg>
        <pc:picChg chg="add mod">
          <ac:chgData name="Shrivastava, Shyam" userId="5ec9cb0a-1643-4e76-ad11-eae53f7d7c03" providerId="ADAL" clId="{7410DD68-05D6-4A76-95A7-CB49AB5E71C4}" dt="2025-02-26T07:07:36.888" v="347"/>
          <ac:picMkLst>
            <pc:docMk/>
            <pc:sldMk cId="636086176" sldId="26923"/>
            <ac:picMk id="15" creationId="{5BE3176B-DEE4-F34B-C730-656AFB20A61C}"/>
          </ac:picMkLst>
        </pc:picChg>
        <pc:picChg chg="add mod">
          <ac:chgData name="Shrivastava, Shyam" userId="5ec9cb0a-1643-4e76-ad11-eae53f7d7c03" providerId="ADAL" clId="{7410DD68-05D6-4A76-95A7-CB49AB5E71C4}" dt="2025-02-26T07:07:36.888" v="347"/>
          <ac:picMkLst>
            <pc:docMk/>
            <pc:sldMk cId="636086176" sldId="26923"/>
            <ac:picMk id="16" creationId="{B2E385FD-05BF-0F11-20E6-61879B915304}"/>
          </ac:picMkLst>
        </pc:picChg>
        <pc:picChg chg="mod">
          <ac:chgData name="Shrivastava, Shyam" userId="5ec9cb0a-1643-4e76-ad11-eae53f7d7c03" providerId="ADAL" clId="{7410DD68-05D6-4A76-95A7-CB49AB5E71C4}" dt="2025-02-26T07:07:36.888" v="347"/>
          <ac:picMkLst>
            <pc:docMk/>
            <pc:sldMk cId="636086176" sldId="26923"/>
            <ac:picMk id="18" creationId="{7C3EE19D-58C0-864B-C5C0-5141339E719D}"/>
          </ac:picMkLst>
        </pc:picChg>
        <pc:picChg chg="mod">
          <ac:chgData name="Shrivastava, Shyam" userId="5ec9cb0a-1643-4e76-ad11-eae53f7d7c03" providerId="ADAL" clId="{7410DD68-05D6-4A76-95A7-CB49AB5E71C4}" dt="2025-02-26T07:07:36.888" v="347"/>
          <ac:picMkLst>
            <pc:docMk/>
            <pc:sldMk cId="636086176" sldId="26923"/>
            <ac:picMk id="20" creationId="{EF7C87F0-2FDE-83EF-C8DB-4B458B8E4E97}"/>
          </ac:picMkLst>
        </pc:picChg>
        <pc:picChg chg="mod">
          <ac:chgData name="Shrivastava, Shyam" userId="5ec9cb0a-1643-4e76-ad11-eae53f7d7c03" providerId="ADAL" clId="{7410DD68-05D6-4A76-95A7-CB49AB5E71C4}" dt="2025-02-26T07:07:36.888" v="347"/>
          <ac:picMkLst>
            <pc:docMk/>
            <pc:sldMk cId="636086176" sldId="26923"/>
            <ac:picMk id="21" creationId="{007CB77F-BE18-8BA2-594E-F9113F381036}"/>
          </ac:picMkLst>
        </pc:picChg>
        <pc:picChg chg="add">
          <ac:chgData name="Shrivastava, Shyam" userId="5ec9cb0a-1643-4e76-ad11-eae53f7d7c03" providerId="ADAL" clId="{7410DD68-05D6-4A76-95A7-CB49AB5E71C4}" dt="2025-02-26T07:07:37.035" v="348"/>
          <ac:picMkLst>
            <pc:docMk/>
            <pc:sldMk cId="636086176" sldId="26923"/>
            <ac:picMk id="22" creationId="{0B7F5EE7-7AD3-173E-1436-74024570F7E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30.xml"/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EE32258-FB80-45A8-9B74-1683BE9BBCA6}" type="datetimeFigureOut">
              <a:rPr lang="en-US"/>
              <a:pPr>
                <a:defRPr/>
              </a:pPr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842375"/>
            <a:ext cx="7023100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C3D88DF-F55F-4059-A130-039F3A2BD7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447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9.xml"/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4595965-5128-43C4-93B7-052CCC0E0867}" type="datetimeFigureOut">
              <a:rPr lang="en-US"/>
              <a:pPr>
                <a:defRPr/>
              </a:pPr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842375"/>
            <a:ext cx="7023100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700" b="0" i="0" u="none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77FC6C9-3F2A-4303-AD26-6D1FDF078F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69149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blue body (enclosure will not have glue/adhesive and will be supported in the air via Cable glands</a:t>
            </a:r>
          </a:p>
          <a:p>
            <a:pPr marL="228600" indent="-228600">
              <a:buAutoNum type="arabicPeriod"/>
            </a:pPr>
            <a:r>
              <a:rPr lang="en-US" dirty="0"/>
              <a:t>The cable Glands will be flexible  guides  allowing ECG cables to pass through.</a:t>
            </a:r>
          </a:p>
          <a:p>
            <a:pPr marL="228600" indent="-228600">
              <a:buAutoNum type="arabicPeriod"/>
            </a:pPr>
            <a:r>
              <a:rPr lang="en-US" dirty="0"/>
              <a:t>The Electrodes will be the elements with adhesive to hold on to the Body [high strength adhesive(acrylic) will be required] .</a:t>
            </a:r>
          </a:p>
          <a:p>
            <a:pPr marL="228600" indent="-2286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achieve IPX4 rating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change electrode position within 2" range</a:t>
            </a:r>
            <a:r>
              <a:rPr lang="en-US" dirty="0"/>
              <a:t> 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2758015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blue body (enclosure will not have glue/adhesive and will be supported in the air via rigid plastic guides</a:t>
            </a:r>
          </a:p>
          <a:p>
            <a:pPr marL="228600" indent="-2286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Fixed electrode position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dirty="0"/>
              <a:t>The Electrodes will be the elements with adhesive to hold on to the Body [high strength adhesive(acrylic) will be required] .</a:t>
            </a:r>
          </a:p>
          <a:p>
            <a:pPr marL="228600" indent="-2286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achieve IPX4 rating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Rigid Enclosure can cause discomfort to the patient</a:t>
            </a:r>
            <a:r>
              <a:rPr lang="en-US" sz="2800" dirty="0"/>
              <a:t>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3355695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blue body (enclosure will not have glue/adhesive and will be supported in the air via Snap Buttons</a:t>
            </a:r>
          </a:p>
          <a:p>
            <a:pPr marL="228600" indent="-228600">
              <a:buAutoNum type="arabicPeriod"/>
            </a:pPr>
            <a:r>
              <a:rPr lang="en-US" dirty="0"/>
              <a:t>The snap Buttons will connect to a customized Patch with Signal Track </a:t>
            </a:r>
          </a:p>
          <a:p>
            <a:pPr marL="228600" indent="-228600">
              <a:buAutoNum type="arabicPeriod"/>
            </a:pPr>
            <a:r>
              <a:rPr lang="en-US" dirty="0"/>
              <a:t>The Electrodes will be the elements with adhesive to hold on to the Body [high strength adhesive(acrylic) will be required] .</a:t>
            </a:r>
          </a:p>
          <a:p>
            <a:pPr marL="228600" indent="-2286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achieve IPX4 rating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Can design Different sizes/lengths of patches as per requirement.</a:t>
            </a:r>
            <a:endParaRPr lang="en-US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3589080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This is the same device that was use at NH for Demo in December.</a:t>
            </a:r>
          </a:p>
          <a:p>
            <a:pPr marL="228600" indent="-228600">
              <a:buAutoNum type="arabicPeriod"/>
            </a:pPr>
            <a:r>
              <a:rPr lang="en-US" dirty="0"/>
              <a:t>The cable length is shortened </a:t>
            </a:r>
          </a:p>
          <a:p>
            <a:pPr marL="228600" indent="-228600">
              <a:buAutoNum type="arabicPeriod"/>
            </a:pPr>
            <a:r>
              <a:rPr lang="en-US" dirty="0"/>
              <a:t>The adhesive patch area is reduced and kept at the center of the </a:t>
            </a:r>
            <a:r>
              <a:rPr lang="en-US"/>
              <a:t>device.</a:t>
            </a:r>
            <a:br>
              <a:rPr lang="en-US"/>
            </a:b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3852204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</p:spTree>
    <p:extLst>
      <p:ext uri="{BB962C8B-B14F-4D97-AF65-F5344CB8AC3E}">
        <p14:creationId xmlns:p14="http://schemas.microsoft.com/office/powerpoint/2010/main" val="216091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8.xml"/><Relationship Id="rId4" Type="http://schemas.openxmlformats.org/officeDocument/2006/relationships/image" Target="../media/image6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9.xml"/><Relationship Id="rId4" Type="http://schemas.openxmlformats.org/officeDocument/2006/relationships/image" Target="../media/image6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6.xml"/><Relationship Id="rId4" Type="http://schemas.openxmlformats.org/officeDocument/2006/relationships/image" Target="../media/image6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7.xml"/><Relationship Id="rId4" Type="http://schemas.openxmlformats.org/officeDocument/2006/relationships/image" Target="../media/image6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8.xml"/><Relationship Id="rId4" Type="http://schemas.openxmlformats.org/officeDocument/2006/relationships/image" Target="../media/image6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9.xml"/><Relationship Id="rId4" Type="http://schemas.openxmlformats.org/officeDocument/2006/relationships/image" Target="../media/image6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20.xml"/><Relationship Id="rId4" Type="http://schemas.openxmlformats.org/officeDocument/2006/relationships/image" Target="../media/image6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21.xml"/><Relationship Id="rId5" Type="http://schemas.openxmlformats.org/officeDocument/2006/relationships/image" Target="../media/image9.jpeg"/><Relationship Id="rId4" Type="http://schemas.openxmlformats.org/officeDocument/2006/relationships/image" Target="../media/image6.emf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23.xml"/><Relationship Id="rId4" Type="http://schemas.openxmlformats.org/officeDocument/2006/relationships/image" Target="../media/image6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24.xml"/><Relationship Id="rId4" Type="http://schemas.openxmlformats.org/officeDocument/2006/relationships/image" Target="../media/image6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25.xml"/><Relationship Id="rId4" Type="http://schemas.openxmlformats.org/officeDocument/2006/relationships/image" Target="../media/image6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26.xml"/><Relationship Id="rId4" Type="http://schemas.openxmlformats.org/officeDocument/2006/relationships/image" Target="../media/image6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27.xml"/><Relationship Id="rId4" Type="http://schemas.openxmlformats.org/officeDocument/2006/relationships/image" Target="../media/image6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28.xml"/><Relationship Id="rId5" Type="http://schemas.openxmlformats.org/officeDocument/2006/relationships/image" Target="../media/image5.jpeg"/><Relationship Id="rId4" Type="http://schemas.openxmlformats.org/officeDocument/2006/relationships/image" Target="../media/image6.emf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2851150" y="5954521"/>
            <a:ext cx="0" cy="492125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2864782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 algn="l">
              <a:defRPr sz="1600">
                <a:solidFill>
                  <a:schemeClr val="accent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864781" y="5960247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51290" y="593258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accent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51289" y="6172416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accent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7300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 userDrawn="1"/>
        </p:nvCxnSpPr>
        <p:spPr>
          <a:xfrm>
            <a:off x="2851150" y="5954521"/>
            <a:ext cx="0" cy="492125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2864782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 algn="l">
              <a:defRPr sz="1600" baseline="0">
                <a:solidFill>
                  <a:schemeClr val="accent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864781" y="5960247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21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51290" y="593258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accent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51289" y="6172416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accent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02826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55528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72" imgH="572" progId="TCLayout.ActiveDocument.1">
                  <p:embed/>
                </p:oleObj>
              </mc:Choice>
              <mc:Fallback>
                <p:oleObj name="think-cell Slide" r:id="rId3" imgW="572" imgH="572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0" y="1188720"/>
            <a:ext cx="10780747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3D10E3-706D-47BC-BDE5-EF9364DD24AD}"/>
              </a:ext>
            </a:extLst>
          </p:cNvPr>
          <p:cNvSpPr/>
          <p:nvPr userDrawn="1"/>
        </p:nvSpPr>
        <p:spPr>
          <a:xfrm>
            <a:off x="-1659" y="6353175"/>
            <a:ext cx="10517259" cy="504825"/>
          </a:xfrm>
          <a:custGeom>
            <a:avLst/>
            <a:gdLst>
              <a:gd name="connsiteX0" fmla="*/ 0 w 11583988"/>
              <a:gd name="connsiteY0" fmla="*/ 0 h 504825"/>
              <a:gd name="connsiteX1" fmla="*/ 11107861 w 11583988"/>
              <a:gd name="connsiteY1" fmla="*/ 0 h 504825"/>
              <a:gd name="connsiteX2" fmla="*/ 11107861 w 11583988"/>
              <a:gd name="connsiteY2" fmla="*/ 3666 h 504825"/>
              <a:gd name="connsiteX3" fmla="*/ 11138716 w 11583988"/>
              <a:gd name="connsiteY3" fmla="*/ 5224 h 504825"/>
              <a:gd name="connsiteX4" fmla="*/ 11581646 w 11583988"/>
              <a:gd name="connsiteY4" fmla="*/ 496052 h 504825"/>
              <a:gd name="connsiteX5" fmla="*/ 11581646 w 11583988"/>
              <a:gd name="connsiteY5" fmla="*/ 501988 h 504825"/>
              <a:gd name="connsiteX6" fmla="*/ 11583988 w 11583988"/>
              <a:gd name="connsiteY6" fmla="*/ 501988 h 504825"/>
              <a:gd name="connsiteX7" fmla="*/ 11583988 w 11583988"/>
              <a:gd name="connsiteY7" fmla="*/ 504825 h 504825"/>
              <a:gd name="connsiteX8" fmla="*/ 0 w 11583988"/>
              <a:gd name="connsiteY8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83988" h="504825">
                <a:moveTo>
                  <a:pt x="0" y="0"/>
                </a:moveTo>
                <a:lnTo>
                  <a:pt x="11107861" y="0"/>
                </a:lnTo>
                <a:lnTo>
                  <a:pt x="11107861" y="3666"/>
                </a:lnTo>
                <a:lnTo>
                  <a:pt x="11138716" y="5224"/>
                </a:lnTo>
                <a:cubicBezTo>
                  <a:pt x="11387503" y="30490"/>
                  <a:pt x="11581646" y="240599"/>
                  <a:pt x="11581646" y="496052"/>
                </a:cubicBezTo>
                <a:lnTo>
                  <a:pt x="11581646" y="501988"/>
                </a:lnTo>
                <a:lnTo>
                  <a:pt x="11583988" y="501988"/>
                </a:lnTo>
                <a:lnTo>
                  <a:pt x="11583988" y="504825"/>
                </a:lnTo>
                <a:lnTo>
                  <a:pt x="0" y="504825"/>
                </a:lnTo>
                <a:close/>
              </a:path>
            </a:pathLst>
          </a:cu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001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08628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 bwMode="auto">
          <a:xfrm flipH="1">
            <a:off x="841600" y="3677194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73152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25750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93221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1E3F-96BE-4EC6-B772-60D92C1E5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05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9726"/>
            <a:ext cx="12192000" cy="498475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09538-BB9A-4E8C-A50F-1F4EB6EDD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and-Promise_editable_HORZ_ol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250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10749280" cy="493776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4206278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493776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493776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1820064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 bwMode="auto">
          <a:xfrm flipH="1">
            <a:off x="841600" y="3677194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73152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25750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3368197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1E3F-96BE-4EC6-B772-60D92C1E5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1779435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Up Layou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6008688" y="996950"/>
            <a:ext cx="0" cy="51847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14108" y="364859"/>
            <a:ext cx="10472508" cy="4853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"/>
          <p:cNvSpPr>
            <a:spLocks noGrp="1"/>
          </p:cNvSpPr>
          <p:nvPr>
            <p:ph sz="quarter" idx="23"/>
          </p:nvPr>
        </p:nvSpPr>
        <p:spPr>
          <a:xfrm>
            <a:off x="714108" y="3796577"/>
            <a:ext cx="5165333" cy="23851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4"/>
          <p:cNvSpPr>
            <a:spLocks noGrp="1"/>
          </p:cNvSpPr>
          <p:nvPr>
            <p:ph sz="quarter" idx="24"/>
          </p:nvPr>
        </p:nvSpPr>
        <p:spPr>
          <a:xfrm>
            <a:off x="6123482" y="3796577"/>
            <a:ext cx="5063134" cy="23851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4"/>
          <p:cNvSpPr>
            <a:spLocks noGrp="1"/>
          </p:cNvSpPr>
          <p:nvPr>
            <p:ph sz="quarter" idx="12"/>
          </p:nvPr>
        </p:nvSpPr>
        <p:spPr>
          <a:xfrm>
            <a:off x="714108" y="1005841"/>
            <a:ext cx="5165333" cy="26244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4"/>
          <p:cNvSpPr>
            <a:spLocks noGrp="1"/>
          </p:cNvSpPr>
          <p:nvPr>
            <p:ph sz="quarter" idx="25"/>
          </p:nvPr>
        </p:nvSpPr>
        <p:spPr>
          <a:xfrm>
            <a:off x="6123482" y="1005841"/>
            <a:ext cx="5063134" cy="26244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26"/>
          </p:nvPr>
        </p:nvSpPr>
        <p:spPr>
          <a:xfrm>
            <a:off x="11645900" y="-1"/>
            <a:ext cx="548640" cy="548640"/>
          </a:xfrm>
        </p:spPr>
        <p:txBody>
          <a:bodyPr/>
          <a:lstStyle>
            <a:lvl1pPr algn="l">
              <a:defRPr sz="1100" b="1" i="0">
                <a:solidFill>
                  <a:schemeClr val="bg1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5A60E25D-90C3-4421-A5B5-3BFD0CA09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7"/>
          </p:nvPr>
        </p:nvSpPr>
        <p:spPr>
          <a:xfrm>
            <a:off x="712788" y="6147014"/>
            <a:ext cx="1490916" cy="20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22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1E3F-96BE-4EC6-B772-60D92C1E5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80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3" hidden="1">
            <a:extLst>
              <a:ext uri="{FF2B5EF4-FFF2-40B4-BE49-F238E27FC236}">
                <a16:creationId xmlns:a16="http://schemas.microsoft.com/office/drawing/2014/main" id="{C3EB7995-0CA8-4799-9912-7956401146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4" name="Object 23" hidden="1">
                        <a:extLst>
                          <a:ext uri="{FF2B5EF4-FFF2-40B4-BE49-F238E27FC236}">
                            <a16:creationId xmlns:a16="http://schemas.microsoft.com/office/drawing/2014/main" id="{C3EB7995-0CA8-4799-9912-7956401146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0" y="1188720"/>
            <a:ext cx="10780747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C2F0CF7-6080-407B-9A30-81D7E50DC3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9625CB-6ADA-4B73-8CBB-1978C52163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16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3" hidden="1">
            <a:extLst>
              <a:ext uri="{FF2B5EF4-FFF2-40B4-BE49-F238E27FC236}">
                <a16:creationId xmlns:a16="http://schemas.microsoft.com/office/drawing/2014/main" id="{5A6321D8-E2E3-4CDE-8AB6-B25708D684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23" hidden="1">
                        <a:extLst>
                          <a:ext uri="{FF2B5EF4-FFF2-40B4-BE49-F238E27FC236}">
                            <a16:creationId xmlns:a16="http://schemas.microsoft.com/office/drawing/2014/main" id="{5A6321D8-E2E3-4CDE-8AB6-B25708D684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A921FD-49BE-410E-BCCD-E4C879A91C76}"/>
              </a:ext>
            </a:extLst>
          </p:cNvPr>
          <p:cNvCxnSpPr/>
          <p:nvPr userDrawn="1"/>
        </p:nvCxnSpPr>
        <p:spPr bwMode="auto">
          <a:xfrm>
            <a:off x="6096000" y="1300163"/>
            <a:ext cx="0" cy="4754562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4628983-7C0A-43AB-A810-B1996AB8D0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EDFA8FC-8BCD-4D56-ADE9-BE21B85766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47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3" hidden="1">
            <a:extLst>
              <a:ext uri="{FF2B5EF4-FFF2-40B4-BE49-F238E27FC236}">
                <a16:creationId xmlns:a16="http://schemas.microsoft.com/office/drawing/2014/main" id="{1B6420E3-F893-4775-981A-4B18216945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23" hidden="1">
                        <a:extLst>
                          <a:ext uri="{FF2B5EF4-FFF2-40B4-BE49-F238E27FC236}">
                            <a16:creationId xmlns:a16="http://schemas.microsoft.com/office/drawing/2014/main" id="{1B6420E3-F893-4775-981A-4B18216945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05B1A6-2D6F-495D-A02C-1621D8F0924F}"/>
              </a:ext>
            </a:extLst>
          </p:cNvPr>
          <p:cNvCxnSpPr/>
          <p:nvPr userDrawn="1"/>
        </p:nvCxnSpPr>
        <p:spPr bwMode="auto">
          <a:xfrm flipH="1">
            <a:off x="841375" y="3676650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78B74F-CDD9-4A2A-8B18-2AA782276C90}"/>
              </a:ext>
            </a:extLst>
          </p:cNvPr>
          <p:cNvCxnSpPr/>
          <p:nvPr userDrawn="1"/>
        </p:nvCxnSpPr>
        <p:spPr bwMode="auto">
          <a:xfrm>
            <a:off x="6096000" y="1300163"/>
            <a:ext cx="0" cy="4754562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73152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25750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3A9EFC0-9416-472D-A9E9-4B398817E01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04042A2-5372-45FE-923F-99F674C39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69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3" hidden="1">
            <a:extLst>
              <a:ext uri="{FF2B5EF4-FFF2-40B4-BE49-F238E27FC236}">
                <a16:creationId xmlns:a16="http://schemas.microsoft.com/office/drawing/2014/main" id="{0A777DC9-39BC-479B-B0F0-55F6FEF9C5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3" hidden="1">
                        <a:extLst>
                          <a:ext uri="{FF2B5EF4-FFF2-40B4-BE49-F238E27FC236}">
                            <a16:creationId xmlns:a16="http://schemas.microsoft.com/office/drawing/2014/main" id="{0A777DC9-39BC-479B-B0F0-55F6FEF9C5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B04FBE-C46A-4CFE-8DD0-70A4E1EA2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1000126-D479-43B5-AF60-DD3DD41447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86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3" hidden="1">
            <a:extLst>
              <a:ext uri="{FF2B5EF4-FFF2-40B4-BE49-F238E27FC236}">
                <a16:creationId xmlns:a16="http://schemas.microsoft.com/office/drawing/2014/main" id="{DA685E9F-6D8D-4330-9322-E6E9BFABB8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3" hidden="1">
                        <a:extLst>
                          <a:ext uri="{FF2B5EF4-FFF2-40B4-BE49-F238E27FC236}">
                            <a16:creationId xmlns:a16="http://schemas.microsoft.com/office/drawing/2014/main" id="{DA685E9F-6D8D-4330-9322-E6E9BFABB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9726"/>
            <a:ext cx="12192000" cy="498475"/>
          </a:xfrm>
        </p:spPr>
        <p:txBody>
          <a:bodyPr/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80CD256-0239-4822-A327-7A86BEABFE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D71BEBD-7D73-4214-A3E2-3B8B57B7A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94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72" imgH="572" progId="TCLayout.ActiveDocument.1">
                  <p:embed/>
                </p:oleObj>
              </mc:Choice>
              <mc:Fallback>
                <p:oleObj name="think-cell Slide" r:id="rId3" imgW="572" imgH="572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0" y="1188720"/>
            <a:ext cx="10780747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4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22009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 bwMode="auto">
          <a:xfrm flipH="1">
            <a:off x="841600" y="3677194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73152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25750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38206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1E3F-96BE-4EC6-B772-60D92C1E5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747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9726"/>
            <a:ext cx="12192000" cy="498475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09538-BB9A-4E8C-A50F-1F4EB6EDD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3003609-1232-4260-AC66-4D66E5CD3955}"/>
              </a:ext>
            </a:extLst>
          </p:cNvPr>
          <p:cNvSpPr/>
          <p:nvPr userDrawn="1"/>
        </p:nvSpPr>
        <p:spPr>
          <a:xfrm>
            <a:off x="-1659" y="6353175"/>
            <a:ext cx="11583988" cy="504825"/>
          </a:xfrm>
          <a:custGeom>
            <a:avLst/>
            <a:gdLst>
              <a:gd name="connsiteX0" fmla="*/ 0 w 11583988"/>
              <a:gd name="connsiteY0" fmla="*/ 0 h 504825"/>
              <a:gd name="connsiteX1" fmla="*/ 11107861 w 11583988"/>
              <a:gd name="connsiteY1" fmla="*/ 0 h 504825"/>
              <a:gd name="connsiteX2" fmla="*/ 11107861 w 11583988"/>
              <a:gd name="connsiteY2" fmla="*/ 3666 h 504825"/>
              <a:gd name="connsiteX3" fmla="*/ 11138716 w 11583988"/>
              <a:gd name="connsiteY3" fmla="*/ 5224 h 504825"/>
              <a:gd name="connsiteX4" fmla="*/ 11581646 w 11583988"/>
              <a:gd name="connsiteY4" fmla="*/ 496052 h 504825"/>
              <a:gd name="connsiteX5" fmla="*/ 11581646 w 11583988"/>
              <a:gd name="connsiteY5" fmla="*/ 501988 h 504825"/>
              <a:gd name="connsiteX6" fmla="*/ 11583988 w 11583988"/>
              <a:gd name="connsiteY6" fmla="*/ 501988 h 504825"/>
              <a:gd name="connsiteX7" fmla="*/ 11583988 w 11583988"/>
              <a:gd name="connsiteY7" fmla="*/ 504825 h 504825"/>
              <a:gd name="connsiteX8" fmla="*/ 0 w 11583988"/>
              <a:gd name="connsiteY8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83988" h="504825">
                <a:moveTo>
                  <a:pt x="0" y="0"/>
                </a:moveTo>
                <a:lnTo>
                  <a:pt x="11107861" y="0"/>
                </a:lnTo>
                <a:lnTo>
                  <a:pt x="11107861" y="3666"/>
                </a:lnTo>
                <a:lnTo>
                  <a:pt x="11138716" y="5224"/>
                </a:lnTo>
                <a:cubicBezTo>
                  <a:pt x="11387503" y="30490"/>
                  <a:pt x="11581646" y="240599"/>
                  <a:pt x="11581646" y="496052"/>
                </a:cubicBezTo>
                <a:lnTo>
                  <a:pt x="11581646" y="501988"/>
                </a:lnTo>
                <a:lnTo>
                  <a:pt x="11583988" y="501988"/>
                </a:lnTo>
                <a:lnTo>
                  <a:pt x="11583988" y="504825"/>
                </a:lnTo>
                <a:lnTo>
                  <a:pt x="0" y="504825"/>
                </a:lnTo>
                <a:close/>
              </a:path>
            </a:pathLst>
          </a:cu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2047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and-Promise_editable_HORZ_ol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24225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10749280" cy="493776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2842F4C-333B-477F-953E-A820F1C8B31B}"/>
              </a:ext>
            </a:extLst>
          </p:cNvPr>
          <p:cNvSpPr/>
          <p:nvPr userDrawn="1"/>
        </p:nvSpPr>
        <p:spPr>
          <a:xfrm>
            <a:off x="-1659" y="6353175"/>
            <a:ext cx="11583988" cy="504825"/>
          </a:xfrm>
          <a:custGeom>
            <a:avLst/>
            <a:gdLst>
              <a:gd name="connsiteX0" fmla="*/ 0 w 11583988"/>
              <a:gd name="connsiteY0" fmla="*/ 0 h 504825"/>
              <a:gd name="connsiteX1" fmla="*/ 11107861 w 11583988"/>
              <a:gd name="connsiteY1" fmla="*/ 0 h 504825"/>
              <a:gd name="connsiteX2" fmla="*/ 11107861 w 11583988"/>
              <a:gd name="connsiteY2" fmla="*/ 3666 h 504825"/>
              <a:gd name="connsiteX3" fmla="*/ 11138716 w 11583988"/>
              <a:gd name="connsiteY3" fmla="*/ 5224 h 504825"/>
              <a:gd name="connsiteX4" fmla="*/ 11581646 w 11583988"/>
              <a:gd name="connsiteY4" fmla="*/ 496052 h 504825"/>
              <a:gd name="connsiteX5" fmla="*/ 11581646 w 11583988"/>
              <a:gd name="connsiteY5" fmla="*/ 501988 h 504825"/>
              <a:gd name="connsiteX6" fmla="*/ 11583988 w 11583988"/>
              <a:gd name="connsiteY6" fmla="*/ 501988 h 504825"/>
              <a:gd name="connsiteX7" fmla="*/ 11583988 w 11583988"/>
              <a:gd name="connsiteY7" fmla="*/ 504825 h 504825"/>
              <a:gd name="connsiteX8" fmla="*/ 0 w 11583988"/>
              <a:gd name="connsiteY8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83988" h="504825">
                <a:moveTo>
                  <a:pt x="0" y="0"/>
                </a:moveTo>
                <a:lnTo>
                  <a:pt x="11107861" y="0"/>
                </a:lnTo>
                <a:lnTo>
                  <a:pt x="11107861" y="3666"/>
                </a:lnTo>
                <a:lnTo>
                  <a:pt x="11138716" y="5224"/>
                </a:lnTo>
                <a:cubicBezTo>
                  <a:pt x="11387503" y="30490"/>
                  <a:pt x="11581646" y="240599"/>
                  <a:pt x="11581646" y="496052"/>
                </a:cubicBezTo>
                <a:lnTo>
                  <a:pt x="11581646" y="501988"/>
                </a:lnTo>
                <a:lnTo>
                  <a:pt x="11583988" y="501988"/>
                </a:lnTo>
                <a:lnTo>
                  <a:pt x="11583988" y="504825"/>
                </a:lnTo>
                <a:lnTo>
                  <a:pt x="0" y="504825"/>
                </a:lnTo>
                <a:close/>
              </a:path>
            </a:pathLst>
          </a:cu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1013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10749280" cy="493776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3813482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493776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493776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3662967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380C9-3062-4F1D-A521-BEC000498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 bwMode="auto">
          <a:xfrm flipH="1">
            <a:off x="841600" y="3677194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73152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25750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3188174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1E3F-96BE-4EC6-B772-60D92C1E5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1491887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Up Layou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6008688" y="996950"/>
            <a:ext cx="0" cy="51847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14108" y="364859"/>
            <a:ext cx="10472508" cy="4853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"/>
          <p:cNvSpPr>
            <a:spLocks noGrp="1"/>
          </p:cNvSpPr>
          <p:nvPr>
            <p:ph sz="quarter" idx="23"/>
          </p:nvPr>
        </p:nvSpPr>
        <p:spPr>
          <a:xfrm>
            <a:off x="714108" y="3796577"/>
            <a:ext cx="5165333" cy="23851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4"/>
          <p:cNvSpPr>
            <a:spLocks noGrp="1"/>
          </p:cNvSpPr>
          <p:nvPr>
            <p:ph sz="quarter" idx="24"/>
          </p:nvPr>
        </p:nvSpPr>
        <p:spPr>
          <a:xfrm>
            <a:off x="6123482" y="3796577"/>
            <a:ext cx="5063134" cy="23851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4"/>
          <p:cNvSpPr>
            <a:spLocks noGrp="1"/>
          </p:cNvSpPr>
          <p:nvPr>
            <p:ph sz="quarter" idx="12"/>
          </p:nvPr>
        </p:nvSpPr>
        <p:spPr>
          <a:xfrm>
            <a:off x="714108" y="1005841"/>
            <a:ext cx="5165333" cy="26244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4"/>
          <p:cNvSpPr>
            <a:spLocks noGrp="1"/>
          </p:cNvSpPr>
          <p:nvPr>
            <p:ph sz="quarter" idx="25"/>
          </p:nvPr>
        </p:nvSpPr>
        <p:spPr>
          <a:xfrm>
            <a:off x="6123482" y="1005841"/>
            <a:ext cx="5063134" cy="26244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26"/>
          </p:nvPr>
        </p:nvSpPr>
        <p:spPr>
          <a:xfrm>
            <a:off x="11645900" y="-1"/>
            <a:ext cx="548640" cy="548640"/>
          </a:xfrm>
        </p:spPr>
        <p:txBody>
          <a:bodyPr/>
          <a:lstStyle>
            <a:lvl1pPr algn="l">
              <a:defRPr sz="1100" b="1" i="0">
                <a:solidFill>
                  <a:schemeClr val="bg1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5A60E25D-90C3-4421-A5B5-3BFD0CA09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7"/>
          </p:nvPr>
        </p:nvSpPr>
        <p:spPr>
          <a:xfrm>
            <a:off x="712788" y="6147014"/>
            <a:ext cx="1490916" cy="20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58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1E3F-96BE-4EC6-B772-60D92C1E5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63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3" hidden="1">
            <a:extLst>
              <a:ext uri="{FF2B5EF4-FFF2-40B4-BE49-F238E27FC236}">
                <a16:creationId xmlns:a16="http://schemas.microsoft.com/office/drawing/2014/main" id="{C3EB7995-0CA8-4799-9912-7956401146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4" name="Object 23" hidden="1">
                        <a:extLst>
                          <a:ext uri="{FF2B5EF4-FFF2-40B4-BE49-F238E27FC236}">
                            <a16:creationId xmlns:a16="http://schemas.microsoft.com/office/drawing/2014/main" id="{C3EB7995-0CA8-4799-9912-7956401146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0" y="1188720"/>
            <a:ext cx="10780747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C2F0CF7-6080-407B-9A30-81D7E50DC3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9625CB-6ADA-4B73-8CBB-1978C52163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448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3" hidden="1">
            <a:extLst>
              <a:ext uri="{FF2B5EF4-FFF2-40B4-BE49-F238E27FC236}">
                <a16:creationId xmlns:a16="http://schemas.microsoft.com/office/drawing/2014/main" id="{5A6321D8-E2E3-4CDE-8AB6-B25708D684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23" hidden="1">
                        <a:extLst>
                          <a:ext uri="{FF2B5EF4-FFF2-40B4-BE49-F238E27FC236}">
                            <a16:creationId xmlns:a16="http://schemas.microsoft.com/office/drawing/2014/main" id="{5A6321D8-E2E3-4CDE-8AB6-B25708D684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A921FD-49BE-410E-BCCD-E4C879A91C76}"/>
              </a:ext>
            </a:extLst>
          </p:cNvPr>
          <p:cNvCxnSpPr/>
          <p:nvPr userDrawn="1"/>
        </p:nvCxnSpPr>
        <p:spPr bwMode="auto">
          <a:xfrm>
            <a:off x="6096000" y="1300163"/>
            <a:ext cx="0" cy="4754562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4628983-7C0A-43AB-A810-B1996AB8D0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EDFA8FC-8BCD-4D56-ADE9-BE21B85766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41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3" hidden="1">
            <a:extLst>
              <a:ext uri="{FF2B5EF4-FFF2-40B4-BE49-F238E27FC236}">
                <a16:creationId xmlns:a16="http://schemas.microsoft.com/office/drawing/2014/main" id="{1B6420E3-F893-4775-981A-4B18216945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23" hidden="1">
                        <a:extLst>
                          <a:ext uri="{FF2B5EF4-FFF2-40B4-BE49-F238E27FC236}">
                            <a16:creationId xmlns:a16="http://schemas.microsoft.com/office/drawing/2014/main" id="{1B6420E3-F893-4775-981A-4B18216945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05B1A6-2D6F-495D-A02C-1621D8F0924F}"/>
              </a:ext>
            </a:extLst>
          </p:cNvPr>
          <p:cNvCxnSpPr/>
          <p:nvPr userDrawn="1"/>
        </p:nvCxnSpPr>
        <p:spPr bwMode="auto">
          <a:xfrm flipH="1">
            <a:off x="841375" y="3676650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78B74F-CDD9-4A2A-8B18-2AA782276C90}"/>
              </a:ext>
            </a:extLst>
          </p:cNvPr>
          <p:cNvCxnSpPr/>
          <p:nvPr userDrawn="1"/>
        </p:nvCxnSpPr>
        <p:spPr bwMode="auto">
          <a:xfrm>
            <a:off x="6096000" y="1300163"/>
            <a:ext cx="0" cy="4754562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73152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25750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3A9EFC0-9416-472D-A9E9-4B398817E01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04042A2-5372-45FE-923F-99F674C39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83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3" hidden="1">
            <a:extLst>
              <a:ext uri="{FF2B5EF4-FFF2-40B4-BE49-F238E27FC236}">
                <a16:creationId xmlns:a16="http://schemas.microsoft.com/office/drawing/2014/main" id="{0A777DC9-39BC-479B-B0F0-55F6FEF9C5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3" hidden="1">
                        <a:extLst>
                          <a:ext uri="{FF2B5EF4-FFF2-40B4-BE49-F238E27FC236}">
                            <a16:creationId xmlns:a16="http://schemas.microsoft.com/office/drawing/2014/main" id="{0A777DC9-39BC-479B-B0F0-55F6FEF9C5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B04FBE-C46A-4CFE-8DD0-70A4E1EA2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1000126-D479-43B5-AF60-DD3DD41447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0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3" hidden="1">
            <a:extLst>
              <a:ext uri="{FF2B5EF4-FFF2-40B4-BE49-F238E27FC236}">
                <a16:creationId xmlns:a16="http://schemas.microsoft.com/office/drawing/2014/main" id="{DA685E9F-6D8D-4330-9322-E6E9BFABB8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3" hidden="1">
                        <a:extLst>
                          <a:ext uri="{FF2B5EF4-FFF2-40B4-BE49-F238E27FC236}">
                            <a16:creationId xmlns:a16="http://schemas.microsoft.com/office/drawing/2014/main" id="{DA685E9F-6D8D-4330-9322-E6E9BFABB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9726"/>
            <a:ext cx="12192000" cy="498475"/>
          </a:xfrm>
        </p:spPr>
        <p:txBody>
          <a:bodyPr/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80CD256-0239-4822-A327-7A86BEABFE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D71BEBD-7D73-4214-A3E2-3B8B57B7A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430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8936E104-B251-413B-B440-F82A33D0E3F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">
                  <p:embed/>
                </p:oleObj>
              </mc:Choice>
              <mc:Fallback>
                <p:oleObj name="think-cell Slide" r:id="rId3" imgW="360" imgH="360" progId="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8936E104-B251-413B-B440-F82A33D0E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3">
            <a:extLst>
              <a:ext uri="{FF2B5EF4-FFF2-40B4-BE49-F238E27FC236}">
                <a16:creationId xmlns:a16="http://schemas.microsoft.com/office/drawing/2014/main" id="{BEA87090-707E-48F3-845B-49CB45DD8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67963" y="0"/>
            <a:ext cx="182403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AC9DAD-F3B5-46D8-85C1-33F4287AD75D}"/>
              </a:ext>
            </a:extLst>
          </p:cNvPr>
          <p:cNvSpPr/>
          <p:nvPr/>
        </p:nvSpPr>
        <p:spPr>
          <a:xfrm>
            <a:off x="712788" y="6554788"/>
            <a:ext cx="8982075" cy="238125"/>
          </a:xfrm>
          <a:prstGeom prst="rect">
            <a:avLst/>
          </a:prstGeom>
        </p:spPr>
        <p:txBody>
          <a:bodyPr lIns="107765" tIns="53882" rIns="107765" bIns="53882">
            <a:spAutoFit/>
          </a:bodyPr>
          <a:lstStyle/>
          <a:p>
            <a:pPr marL="0" marR="0" lvl="0" indent="0" algn="l" defTabSz="5388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4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Honeywell—Confidential   [Preliminary—not final—no decision will be taken without satisfaction of any applicable consultation or negotiation requirements]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 lIns="114949" tIns="57475" rIns="114949" bIns="57475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88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77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164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552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9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32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71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1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1298F5C-DC35-4C41-8FA6-47275AFF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lIns="114949" tIns="57475" rIns="114949" bIns="57475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C995936-29FC-4D7A-B0B0-6A0F035B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lIns="114949" tIns="57475" rIns="114949" bIns="57475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DDB9CF-29D7-4A15-AAE6-2D485363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5900" y="-28575"/>
            <a:ext cx="674688" cy="504825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F1A483-CC9F-464E-A38C-A84D281DA613}" type="slidenum">
              <a:rPr kumimoji="0" lang="en-US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83292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1E3F-96BE-4EC6-B772-60D92C1E5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15384" y="6382512"/>
            <a:ext cx="11063816" cy="457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Takeaway – Do Not Reduce Font Size</a:t>
            </a:r>
          </a:p>
        </p:txBody>
      </p:sp>
    </p:spTree>
    <p:extLst>
      <p:ext uri="{BB962C8B-B14F-4D97-AF65-F5344CB8AC3E}">
        <p14:creationId xmlns:p14="http://schemas.microsoft.com/office/powerpoint/2010/main" val="2381198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6470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0" y="1188720"/>
            <a:ext cx="10780747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5C380C9-3062-4F1D-A521-BEC000498A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45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85950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5C380C9-3062-4F1D-A521-BEC000498A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5029200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7151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295250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648757" cy="498610"/>
          </a:xfrm>
        </p:spPr>
        <p:txBody>
          <a:bodyPr rIns="91440"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3152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5C380C9-3062-4F1D-A521-BEC000498A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/>
          </p:nvPr>
        </p:nvSpPr>
        <p:spPr>
          <a:xfrm>
            <a:off x="6257501" y="1188720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 bwMode="auto">
          <a:xfrm flipH="1">
            <a:off x="841600" y="3677194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73152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257501" y="3801291"/>
            <a:ext cx="5212080" cy="2338251"/>
          </a:xfrm>
          <a:prstGeom prst="rect">
            <a:avLst/>
          </a:prstGeom>
        </p:spPr>
        <p:txBody>
          <a:bodyPr/>
          <a:lstStyle>
            <a:lvl1pPr marL="182880" indent="-182880"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bg2"/>
                </a:solidFill>
              </a:defRPr>
            </a:lvl1pPr>
            <a:lvl2pPr marL="4572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2pPr>
            <a:lvl3pPr marL="6400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>
                <a:solidFill>
                  <a:schemeClr val="bg2"/>
                </a:solidFill>
              </a:defRPr>
            </a:lvl3pPr>
            <a:lvl4pPr marL="91440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8288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auto">
          <a:xfrm>
            <a:off x="6096000" y="1299754"/>
            <a:ext cx="0" cy="475488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03393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90193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21D1E3F-96BE-4EC6-B772-60D92C1E53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45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78576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9726"/>
            <a:ext cx="12192000" cy="498475"/>
          </a:xfrm>
        </p:spPr>
        <p:txBody>
          <a:bodyPr/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7709538-BB9A-4E8C-A50F-1F4EB6EDDB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75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38472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Brand-Promise_editable_HORZ_ol.jpg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89320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/>
        </p:nvCxnSpPr>
        <p:spPr>
          <a:xfrm>
            <a:off x="2851150" y="5954521"/>
            <a:ext cx="0" cy="492125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2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 algn="l">
              <a:defRPr sz="1600">
                <a:solidFill>
                  <a:schemeClr val="bg2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1" y="5960247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6"/>
          <p:cNvSpPr>
            <a:spLocks noGrp="1"/>
          </p:cNvSpPr>
          <p:nvPr>
            <p:ph sz="quarter" idx="10"/>
          </p:nvPr>
        </p:nvSpPr>
        <p:spPr>
          <a:xfrm>
            <a:off x="351290" y="593258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bg2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1289" y="6172416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bg2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250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6.xml"/><Relationship Id="rId9" Type="http://schemas.openxmlformats.org/officeDocument/2006/relationships/oleObject" Target="../embeddings/oleObject2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2.xml"/><Relationship Id="rId9" Type="http://schemas.openxmlformats.org/officeDocument/2006/relationships/oleObject" Target="../embeddings/oleObject2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slideLayout" Target="../slideLayouts/slideLayout17.xml"/><Relationship Id="rId7" Type="http://schemas.openxmlformats.org/officeDocument/2006/relationships/tags" Target="../tags/tag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5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6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24.xml"/><Relationship Id="rId10" Type="http://schemas.openxmlformats.org/officeDocument/2006/relationships/oleObject" Target="../embeddings/oleObject2.bin"/><Relationship Id="rId4" Type="http://schemas.openxmlformats.org/officeDocument/2006/relationships/slideLayout" Target="../slideLayouts/slideLayout23.xml"/><Relationship Id="rId9" Type="http://schemas.openxmlformats.org/officeDocument/2006/relationships/tags" Target="../tags/tag1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30.xml"/><Relationship Id="rId9" Type="http://schemas.openxmlformats.org/officeDocument/2006/relationships/oleObject" Target="../embeddings/oleObject2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image" Target="../media/image6.emf"/><Relationship Id="rId5" Type="http://schemas.openxmlformats.org/officeDocument/2006/relationships/slideLayout" Target="../slideLayouts/slideLayout37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36.xml"/><Relationship Id="rId9" Type="http://schemas.openxmlformats.org/officeDocument/2006/relationships/tags" Target="../tags/tag1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image" Target="../media/image6.emf"/><Relationship Id="rId5" Type="http://schemas.openxmlformats.org/officeDocument/2006/relationships/slideLayout" Target="../slideLayouts/slideLayout44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43.xml"/><Relationship Id="rId9" Type="http://schemas.openxmlformats.org/officeDocument/2006/relationships/tags" Target="../tags/tag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4135720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72" imgH="572" progId="TCLayout.ActiveDocument.1">
                  <p:embed/>
                </p:oleObj>
              </mc:Choice>
              <mc:Fallback>
                <p:oleObj name="think-cell Slide" r:id="rId4" imgW="572" imgH="572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: Shape 14"/>
          <p:cNvSpPr/>
          <p:nvPr userDrawn="1"/>
        </p:nvSpPr>
        <p:spPr>
          <a:xfrm>
            <a:off x="-1" y="4079694"/>
            <a:ext cx="12192001" cy="2778306"/>
          </a:xfrm>
          <a:custGeom>
            <a:avLst/>
            <a:gdLst>
              <a:gd name="connsiteX0" fmla="*/ 0 w 12180889"/>
              <a:gd name="connsiteY0" fmla="*/ 0 h 2778306"/>
              <a:gd name="connsiteX1" fmla="*/ 26115 w 12180889"/>
              <a:gd name="connsiteY1" fmla="*/ 124122 h 2778306"/>
              <a:gd name="connsiteX2" fmla="*/ 408339 w 12180889"/>
              <a:gd name="connsiteY2" fmla="*/ 821719 h 2778306"/>
              <a:gd name="connsiteX3" fmla="*/ 1725410 w 12180889"/>
              <a:gd name="connsiteY3" fmla="*/ 1467671 h 2778306"/>
              <a:gd name="connsiteX4" fmla="*/ 12169704 w 12180889"/>
              <a:gd name="connsiteY4" fmla="*/ 1467671 h 2778306"/>
              <a:gd name="connsiteX5" fmla="*/ 12169704 w 12180889"/>
              <a:gd name="connsiteY5" fmla="*/ 1464170 h 2778306"/>
              <a:gd name="connsiteX6" fmla="*/ 12180889 w 12180889"/>
              <a:gd name="connsiteY6" fmla="*/ 1464170 h 2778306"/>
              <a:gd name="connsiteX7" fmla="*/ 12180889 w 12180889"/>
              <a:gd name="connsiteY7" fmla="*/ 2778306 h 2778306"/>
              <a:gd name="connsiteX8" fmla="*/ 0 w 12180889"/>
              <a:gd name="connsiteY8" fmla="*/ 2778306 h 2778306"/>
              <a:gd name="connsiteX9" fmla="*/ 0 w 12180889"/>
              <a:gd name="connsiteY9" fmla="*/ 0 h 277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80889" h="2778306">
                <a:moveTo>
                  <a:pt x="0" y="0"/>
                </a:moveTo>
                <a:lnTo>
                  <a:pt x="26115" y="124122"/>
                </a:lnTo>
                <a:cubicBezTo>
                  <a:pt x="82741" y="337779"/>
                  <a:pt x="181836" y="549077"/>
                  <a:pt x="408339" y="821719"/>
                </a:cubicBezTo>
                <a:cubicBezTo>
                  <a:pt x="771862" y="1280317"/>
                  <a:pt x="1219274" y="1394967"/>
                  <a:pt x="1725410" y="1467671"/>
                </a:cubicBezTo>
                <a:lnTo>
                  <a:pt x="12169704" y="1467671"/>
                </a:lnTo>
                <a:lnTo>
                  <a:pt x="12169704" y="1464170"/>
                </a:lnTo>
                <a:lnTo>
                  <a:pt x="12180889" y="1464170"/>
                </a:lnTo>
                <a:lnTo>
                  <a:pt x="12180889" y="2778306"/>
                </a:lnTo>
                <a:lnTo>
                  <a:pt x="0" y="27783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7D25C429-EA81-4E43-96D6-BBEDB8292B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5387" y="6573266"/>
            <a:ext cx="411843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accent3"/>
                </a:solidFill>
                <a:latin typeface="+mn-lt"/>
                <a:cs typeface="Arial" panose="020B0604020202020204" pitchFamily="34" charset="0"/>
              </a:rPr>
              <a:t>Honeywell Confidential - ©2021 by Honeywell International Inc.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563" r:id="rId1"/>
  </p:sldLayoutIdLst>
  <p:hf sldNum="0"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Helvetica 55 Roman"/>
          <a:ea typeface="Helvetica 55 Roman"/>
          <a:cs typeface="Helvetica 55 Roman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Helvetica Neue"/>
          <a:ea typeface="Helvetica Neue"/>
          <a:cs typeface="Helvetica Neue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SzPct val="9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ntitl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"/>
            <a:ext cx="12201144" cy="6070099"/>
          </a:xfrm>
          <a:prstGeom prst="rect">
            <a:avLst/>
          </a:prstGeom>
        </p:spPr>
      </p:pic>
      <p:sp>
        <p:nvSpPr>
          <p:cNvPr id="10" name="Freeform: Shape 9"/>
          <p:cNvSpPr/>
          <p:nvPr userDrawn="1"/>
        </p:nvSpPr>
        <p:spPr>
          <a:xfrm>
            <a:off x="-1" y="4079694"/>
            <a:ext cx="12192001" cy="2778306"/>
          </a:xfrm>
          <a:custGeom>
            <a:avLst/>
            <a:gdLst>
              <a:gd name="connsiteX0" fmla="*/ 0 w 12180889"/>
              <a:gd name="connsiteY0" fmla="*/ 0 h 2778306"/>
              <a:gd name="connsiteX1" fmla="*/ 26115 w 12180889"/>
              <a:gd name="connsiteY1" fmla="*/ 124122 h 2778306"/>
              <a:gd name="connsiteX2" fmla="*/ 408339 w 12180889"/>
              <a:gd name="connsiteY2" fmla="*/ 821719 h 2778306"/>
              <a:gd name="connsiteX3" fmla="*/ 1725410 w 12180889"/>
              <a:gd name="connsiteY3" fmla="*/ 1467671 h 2778306"/>
              <a:gd name="connsiteX4" fmla="*/ 12169704 w 12180889"/>
              <a:gd name="connsiteY4" fmla="*/ 1467671 h 2778306"/>
              <a:gd name="connsiteX5" fmla="*/ 12169704 w 12180889"/>
              <a:gd name="connsiteY5" fmla="*/ 1464170 h 2778306"/>
              <a:gd name="connsiteX6" fmla="*/ 12180889 w 12180889"/>
              <a:gd name="connsiteY6" fmla="*/ 1464170 h 2778306"/>
              <a:gd name="connsiteX7" fmla="*/ 12180889 w 12180889"/>
              <a:gd name="connsiteY7" fmla="*/ 2778306 h 2778306"/>
              <a:gd name="connsiteX8" fmla="*/ 0 w 12180889"/>
              <a:gd name="connsiteY8" fmla="*/ 2778306 h 2778306"/>
              <a:gd name="connsiteX9" fmla="*/ 0 w 12180889"/>
              <a:gd name="connsiteY9" fmla="*/ 0 h 277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80889" h="2778306">
                <a:moveTo>
                  <a:pt x="0" y="0"/>
                </a:moveTo>
                <a:lnTo>
                  <a:pt x="26115" y="124122"/>
                </a:lnTo>
                <a:cubicBezTo>
                  <a:pt x="82741" y="337779"/>
                  <a:pt x="181836" y="549077"/>
                  <a:pt x="408339" y="821719"/>
                </a:cubicBezTo>
                <a:cubicBezTo>
                  <a:pt x="771862" y="1280317"/>
                  <a:pt x="1219274" y="1394967"/>
                  <a:pt x="1725410" y="1467671"/>
                </a:cubicBezTo>
                <a:lnTo>
                  <a:pt x="12169704" y="1467671"/>
                </a:lnTo>
                <a:lnTo>
                  <a:pt x="12169704" y="1464170"/>
                </a:lnTo>
                <a:lnTo>
                  <a:pt x="12180889" y="1464170"/>
                </a:lnTo>
                <a:lnTo>
                  <a:pt x="12180889" y="2778306"/>
                </a:lnTo>
                <a:lnTo>
                  <a:pt x="0" y="27783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3200" y="6016165"/>
            <a:ext cx="1788000" cy="5168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564" r:id="rId1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Helvetica 55 Roman"/>
          <a:ea typeface="Helvetica 55 Roman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Helvetica Neue"/>
          <a:ea typeface="Helvetica Neue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5423663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72" progId="TCLayout.ActiveDocument.1">
                  <p:embed/>
                </p:oleObj>
              </mc:Choice>
              <mc:Fallback>
                <p:oleObj name="think-cell Slide" r:id="rId9" imgW="572" imgH="572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Freeform: Shape 24"/>
          <p:cNvSpPr/>
          <p:nvPr userDrawn="1"/>
        </p:nvSpPr>
        <p:spPr>
          <a:xfrm>
            <a:off x="10504404" y="0"/>
            <a:ext cx="1674681" cy="1599968"/>
          </a:xfrm>
          <a:custGeom>
            <a:avLst/>
            <a:gdLst>
              <a:gd name="connsiteX0" fmla="*/ 0 w 1674681"/>
              <a:gd name="connsiteY0" fmla="*/ 0 h 1599968"/>
              <a:gd name="connsiteX1" fmla="*/ 1674681 w 1674681"/>
              <a:gd name="connsiteY1" fmla="*/ 0 h 1599968"/>
              <a:gd name="connsiteX2" fmla="*/ 1674681 w 1674681"/>
              <a:gd name="connsiteY2" fmla="*/ 1599968 h 1599968"/>
              <a:gd name="connsiteX3" fmla="*/ 1669059 w 1674681"/>
              <a:gd name="connsiteY3" fmla="*/ 1599968 h 1599968"/>
              <a:gd name="connsiteX4" fmla="*/ 1665594 w 1674681"/>
              <a:gd name="connsiteY4" fmla="*/ 1534110 h 1599968"/>
              <a:gd name="connsiteX5" fmla="*/ 135609 w 1674681"/>
              <a:gd name="connsiteY5" fmla="*/ 18431 h 159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4681" h="1599968">
                <a:moveTo>
                  <a:pt x="0" y="0"/>
                </a:moveTo>
                <a:lnTo>
                  <a:pt x="1674681" y="0"/>
                </a:lnTo>
                <a:lnTo>
                  <a:pt x="1674681" y="1599968"/>
                </a:lnTo>
                <a:lnTo>
                  <a:pt x="1669059" y="1599968"/>
                </a:lnTo>
                <a:lnTo>
                  <a:pt x="1665594" y="1534110"/>
                </a:lnTo>
                <a:cubicBezTo>
                  <a:pt x="1592306" y="835117"/>
                  <a:pt x="979629" y="172298"/>
                  <a:pt x="135609" y="18431"/>
                </a:cubicBezTo>
                <a:close/>
              </a:path>
            </a:pathLst>
          </a:custGeom>
          <a:gradFill flip="none" rotWithShape="1">
            <a:gsLst>
              <a:gs pos="46000">
                <a:srgbClr val="CE2B1F"/>
              </a:gs>
              <a:gs pos="61000">
                <a:srgbClr val="EE3124"/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rgbClr val="EE3124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-313689" y="-311099"/>
            <a:ext cx="12814617" cy="7477866"/>
            <a:chOff x="-313689" y="-311099"/>
            <a:chExt cx="12814617" cy="7477866"/>
          </a:xfrm>
        </p:grpSpPr>
        <p:grpSp>
          <p:nvGrpSpPr>
            <p:cNvPr id="5" name="Group 4"/>
            <p:cNvGrpSpPr/>
            <p:nvPr userDrawn="1"/>
          </p:nvGrpSpPr>
          <p:grpSpPr>
            <a:xfrm>
              <a:off x="-313689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5" name="Straight Connector 14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/>
            <p:cNvGrpSpPr/>
            <p:nvPr userDrawn="1"/>
          </p:nvGrpSpPr>
          <p:grpSpPr>
            <a:xfrm>
              <a:off x="833437" y="-311099"/>
              <a:ext cx="10529888" cy="182880"/>
              <a:chOff x="833437" y="-184099"/>
              <a:chExt cx="10529888" cy="182880"/>
            </a:xfrm>
          </p:grpSpPr>
          <p:cxnSp>
            <p:nvCxnSpPr>
              <p:cNvPr id="13" name="Straight Connector 12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 userDrawn="1"/>
          </p:nvGrpSpPr>
          <p:grpSpPr>
            <a:xfrm>
              <a:off x="12318047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9" name="Straight Connector 18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 userDrawn="1"/>
          </p:nvGrpSpPr>
          <p:grpSpPr>
            <a:xfrm>
              <a:off x="833437" y="6983887"/>
              <a:ext cx="10529888" cy="182880"/>
              <a:chOff x="833437" y="-184099"/>
              <a:chExt cx="10529888" cy="182880"/>
            </a:xfrm>
          </p:grpSpPr>
          <p:cxnSp>
            <p:nvCxnSpPr>
              <p:cNvPr id="22" name="Straight Connector 21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3360" y="0"/>
            <a:ext cx="548640" cy="5029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bg1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C05CE228-874B-4B88-8E7B-BE8A20977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4342956" y="6656832"/>
            <a:ext cx="3506088" cy="20005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>
                <a:solidFill>
                  <a:schemeClr val="accent3"/>
                </a:solidFill>
                <a:cs typeface="Arial" panose="020B0604020202020204" pitchFamily="34" charset="0"/>
              </a:rPr>
              <a:t>Honeywell Confidential - © 2019 by Honeywell International Inc. All rights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2956" y="6329244"/>
            <a:ext cx="1280160" cy="3566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560" r:id="rId1"/>
    <p:sldLayoutId id="2147493572" r:id="rId2"/>
    <p:sldLayoutId id="2147493573" r:id="rId3"/>
    <p:sldLayoutId id="2147493561" r:id="rId4"/>
    <p:sldLayoutId id="2147493562" r:id="rId5"/>
    <p:sldLayoutId id="2147493571" r:id="rId6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19635281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72" progId="TCLayout.ActiveDocument.1">
                  <p:embed/>
                </p:oleObj>
              </mc:Choice>
              <mc:Fallback>
                <p:oleObj name="think-cell Slide" r:id="rId9" imgW="572" imgH="572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Freeform: Shape 20"/>
          <p:cNvSpPr/>
          <p:nvPr userDrawn="1"/>
        </p:nvSpPr>
        <p:spPr>
          <a:xfrm>
            <a:off x="10504404" y="0"/>
            <a:ext cx="1674681" cy="1599968"/>
          </a:xfrm>
          <a:custGeom>
            <a:avLst/>
            <a:gdLst>
              <a:gd name="connsiteX0" fmla="*/ 0 w 1674681"/>
              <a:gd name="connsiteY0" fmla="*/ 0 h 1599968"/>
              <a:gd name="connsiteX1" fmla="*/ 1674681 w 1674681"/>
              <a:gd name="connsiteY1" fmla="*/ 0 h 1599968"/>
              <a:gd name="connsiteX2" fmla="*/ 1674681 w 1674681"/>
              <a:gd name="connsiteY2" fmla="*/ 1599968 h 1599968"/>
              <a:gd name="connsiteX3" fmla="*/ 1669059 w 1674681"/>
              <a:gd name="connsiteY3" fmla="*/ 1599968 h 1599968"/>
              <a:gd name="connsiteX4" fmla="*/ 1665594 w 1674681"/>
              <a:gd name="connsiteY4" fmla="*/ 1534110 h 1599968"/>
              <a:gd name="connsiteX5" fmla="*/ 135609 w 1674681"/>
              <a:gd name="connsiteY5" fmla="*/ 18431 h 159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4681" h="1599968">
                <a:moveTo>
                  <a:pt x="0" y="0"/>
                </a:moveTo>
                <a:lnTo>
                  <a:pt x="1674681" y="0"/>
                </a:lnTo>
                <a:lnTo>
                  <a:pt x="1674681" y="1599968"/>
                </a:lnTo>
                <a:lnTo>
                  <a:pt x="1669059" y="1599968"/>
                </a:lnTo>
                <a:lnTo>
                  <a:pt x="1665594" y="1534110"/>
                </a:lnTo>
                <a:cubicBezTo>
                  <a:pt x="1592306" y="835117"/>
                  <a:pt x="979629" y="172298"/>
                  <a:pt x="135609" y="18431"/>
                </a:cubicBezTo>
                <a:close/>
              </a:path>
            </a:pathLst>
          </a:custGeom>
          <a:gradFill flip="none" rotWithShape="1">
            <a:gsLst>
              <a:gs pos="46000">
                <a:srgbClr val="CE2B1F"/>
              </a:gs>
              <a:gs pos="61000">
                <a:srgbClr val="EE3124"/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rgbClr val="EE3124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grpSp>
        <p:nvGrpSpPr>
          <p:cNvPr id="29" name="Group 28"/>
          <p:cNvGrpSpPr/>
          <p:nvPr userDrawn="1"/>
        </p:nvGrpSpPr>
        <p:grpSpPr>
          <a:xfrm>
            <a:off x="-313689" y="-311099"/>
            <a:ext cx="12814617" cy="7477866"/>
            <a:chOff x="-313689" y="-311099"/>
            <a:chExt cx="12814617" cy="7477866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-313689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40" name="Straight Connector 39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 userDrawn="1"/>
          </p:nvGrpSpPr>
          <p:grpSpPr>
            <a:xfrm>
              <a:off x="833437" y="-311099"/>
              <a:ext cx="10529888" cy="182880"/>
              <a:chOff x="833437" y="-184099"/>
              <a:chExt cx="10529888" cy="182880"/>
            </a:xfrm>
          </p:grpSpPr>
          <p:cxnSp>
            <p:nvCxnSpPr>
              <p:cNvPr id="38" name="Straight Connector 37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 userDrawn="1"/>
          </p:nvGrpSpPr>
          <p:grpSpPr>
            <a:xfrm>
              <a:off x="12318047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36" name="Straight Connector 35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 userDrawn="1"/>
          </p:nvGrpSpPr>
          <p:grpSpPr>
            <a:xfrm>
              <a:off x="833437" y="6983887"/>
              <a:ext cx="10529888" cy="182880"/>
              <a:chOff x="833437" y="-184099"/>
              <a:chExt cx="10529888" cy="182880"/>
            </a:xfrm>
          </p:grpSpPr>
          <p:cxnSp>
            <p:nvCxnSpPr>
              <p:cNvPr id="34" name="Straight Connector 33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3360" y="0"/>
            <a:ext cx="548640" cy="504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bg1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C05CE228-874B-4B88-8E7B-BE8A20977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Rectangle 23"/>
          <p:cNvSpPr>
            <a:spLocks noChangeArrowheads="1"/>
          </p:cNvSpPr>
          <p:nvPr userDrawn="1"/>
        </p:nvSpPr>
        <p:spPr bwMode="auto">
          <a:xfrm>
            <a:off x="4342956" y="6162039"/>
            <a:ext cx="3506088" cy="20005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>
                <a:solidFill>
                  <a:schemeClr val="accent3"/>
                </a:solidFill>
                <a:cs typeface="Arial" panose="020B0604020202020204" pitchFamily="34" charset="0"/>
              </a:rPr>
              <a:t>Honeywell Confidential - © 2019 by Honeywell International Inc. All rights reserved.</a:t>
            </a:r>
          </a:p>
        </p:txBody>
      </p:sp>
      <p:sp>
        <p:nvSpPr>
          <p:cNvPr id="25" name="Freeform: Shape 24"/>
          <p:cNvSpPr/>
          <p:nvPr userDrawn="1"/>
        </p:nvSpPr>
        <p:spPr>
          <a:xfrm>
            <a:off x="-1659" y="6353175"/>
            <a:ext cx="11583988" cy="504825"/>
          </a:xfrm>
          <a:custGeom>
            <a:avLst/>
            <a:gdLst>
              <a:gd name="connsiteX0" fmla="*/ 0 w 11583988"/>
              <a:gd name="connsiteY0" fmla="*/ 0 h 504825"/>
              <a:gd name="connsiteX1" fmla="*/ 11107861 w 11583988"/>
              <a:gd name="connsiteY1" fmla="*/ 0 h 504825"/>
              <a:gd name="connsiteX2" fmla="*/ 11107861 w 11583988"/>
              <a:gd name="connsiteY2" fmla="*/ 3666 h 504825"/>
              <a:gd name="connsiteX3" fmla="*/ 11138716 w 11583988"/>
              <a:gd name="connsiteY3" fmla="*/ 5224 h 504825"/>
              <a:gd name="connsiteX4" fmla="*/ 11581646 w 11583988"/>
              <a:gd name="connsiteY4" fmla="*/ 496052 h 504825"/>
              <a:gd name="connsiteX5" fmla="*/ 11581646 w 11583988"/>
              <a:gd name="connsiteY5" fmla="*/ 501988 h 504825"/>
              <a:gd name="connsiteX6" fmla="*/ 11583988 w 11583988"/>
              <a:gd name="connsiteY6" fmla="*/ 501988 h 504825"/>
              <a:gd name="connsiteX7" fmla="*/ 11583988 w 11583988"/>
              <a:gd name="connsiteY7" fmla="*/ 504825 h 504825"/>
              <a:gd name="connsiteX8" fmla="*/ 0 w 11583988"/>
              <a:gd name="connsiteY8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83988" h="504825">
                <a:moveTo>
                  <a:pt x="0" y="0"/>
                </a:moveTo>
                <a:lnTo>
                  <a:pt x="11107861" y="0"/>
                </a:lnTo>
                <a:lnTo>
                  <a:pt x="11107861" y="3666"/>
                </a:lnTo>
                <a:lnTo>
                  <a:pt x="11138716" y="5224"/>
                </a:lnTo>
                <a:cubicBezTo>
                  <a:pt x="11387503" y="30490"/>
                  <a:pt x="11581646" y="240599"/>
                  <a:pt x="11581646" y="496052"/>
                </a:cubicBezTo>
                <a:lnTo>
                  <a:pt x="11581646" y="501988"/>
                </a:lnTo>
                <a:lnTo>
                  <a:pt x="11583988" y="501988"/>
                </a:lnTo>
                <a:lnTo>
                  <a:pt x="11583988" y="504825"/>
                </a:lnTo>
                <a:lnTo>
                  <a:pt x="0" y="504825"/>
                </a:lnTo>
                <a:close/>
              </a:path>
            </a:pathLst>
          </a:cu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30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75" r:id="rId1"/>
    <p:sldLayoutId id="2147493576" r:id="rId2"/>
    <p:sldLayoutId id="2147493577" r:id="rId3"/>
    <p:sldLayoutId id="2147493578" r:id="rId4"/>
    <p:sldLayoutId id="2147493579" r:id="rId5"/>
    <p:sldLayoutId id="2147493580" r:id="rId6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5" hidden="1">
            <a:extLst>
              <a:ext uri="{FF2B5EF4-FFF2-40B4-BE49-F238E27FC236}">
                <a16:creationId xmlns:a16="http://schemas.microsoft.com/office/drawing/2014/main" id="{8556B06C-0172-4BB4-ADCB-D27E94D0844F}"/>
              </a:ext>
            </a:extLst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60" imgH="360" progId="TCLayout.ActiveDocument.1">
                  <p:embed/>
                </p:oleObj>
              </mc:Choice>
              <mc:Fallback>
                <p:oleObj name="think-cell Slide" r:id="rId8" imgW="360" imgH="360" progId="TCLayout.ActiveDocument.1">
                  <p:embed/>
                  <p:pic>
                    <p:nvPicPr>
                      <p:cNvPr id="3074" name="Object 5" hidden="1">
                        <a:extLst>
                          <a:ext uri="{FF2B5EF4-FFF2-40B4-BE49-F238E27FC236}">
                            <a16:creationId xmlns:a16="http://schemas.microsoft.com/office/drawing/2014/main" id="{8556B06C-0172-4BB4-ADCB-D27E94D08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5" name="Group 1">
            <a:extLst>
              <a:ext uri="{FF2B5EF4-FFF2-40B4-BE49-F238E27FC236}">
                <a16:creationId xmlns:a16="http://schemas.microsoft.com/office/drawing/2014/main" id="{67FEF842-A683-4C18-A379-0A497534F3A9}"/>
              </a:ext>
            </a:extLst>
          </p:cNvPr>
          <p:cNvGrpSpPr>
            <a:grpSpLocks/>
          </p:cNvGrpSpPr>
          <p:nvPr/>
        </p:nvGrpSpPr>
        <p:grpSpPr bwMode="auto">
          <a:xfrm>
            <a:off x="-314325" y="-311150"/>
            <a:ext cx="12815888" cy="7477125"/>
            <a:chOff x="-313689" y="-311099"/>
            <a:chExt cx="12814617" cy="7477866"/>
          </a:xfrm>
        </p:grpSpPr>
        <p:grpSp>
          <p:nvGrpSpPr>
            <p:cNvPr id="3081" name="Group 4">
              <a:extLst>
                <a:ext uri="{FF2B5EF4-FFF2-40B4-BE49-F238E27FC236}">
                  <a16:creationId xmlns:a16="http://schemas.microsoft.com/office/drawing/2014/main" id="{55647ACF-7E45-46D6-9BED-CF0F6DA9CA5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313689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F679F8-FEA2-403C-A645-CDF205E47E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-95417" y="5967310"/>
                <a:ext cx="0" cy="182544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4F3DB32-4410-46F3-BD59-FEDA1660C8C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-95417" y="1205926"/>
                <a:ext cx="0" cy="182544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2" name="Group 3">
              <a:extLst>
                <a:ext uri="{FF2B5EF4-FFF2-40B4-BE49-F238E27FC236}">
                  <a16:creationId xmlns:a16="http://schemas.microsoft.com/office/drawing/2014/main" id="{6248F24D-85DF-42E7-B99E-F84D2323C56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833437" y="-311099"/>
              <a:ext cx="10529888" cy="182880"/>
              <a:chOff x="833437" y="-184099"/>
              <a:chExt cx="10529888" cy="18288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2F14EA8-739A-45F1-A809-C8525CB6B657}"/>
                  </a:ext>
                </a:extLst>
              </p:cNvPr>
              <p:cNvCxnSpPr/>
              <p:nvPr userDrawn="1"/>
            </p:nvCxnSpPr>
            <p:spPr>
              <a:xfrm>
                <a:off x="11362803" y="-184099"/>
                <a:ext cx="0" cy="1825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F4D1D35-E4B2-470E-A0C3-5174D48DF4C6}"/>
                  </a:ext>
                </a:extLst>
              </p:cNvPr>
              <p:cNvCxnSpPr/>
              <p:nvPr userDrawn="1"/>
            </p:nvCxnSpPr>
            <p:spPr>
              <a:xfrm>
                <a:off x="833960" y="-184099"/>
                <a:ext cx="0" cy="1825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3" name="Group 17">
              <a:extLst>
                <a:ext uri="{FF2B5EF4-FFF2-40B4-BE49-F238E27FC236}">
                  <a16:creationId xmlns:a16="http://schemas.microsoft.com/office/drawing/2014/main" id="{47CB947B-2119-4710-82E5-1C231606999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2318047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34490DF-1482-4A39-B3BA-FBA28F383C3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-95080" y="5967309"/>
                <a:ext cx="0" cy="182545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8C5C968-A498-47EC-B423-BA03707E6F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-95080" y="1205925"/>
                <a:ext cx="0" cy="182545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4" name="Group 20">
              <a:extLst>
                <a:ext uri="{FF2B5EF4-FFF2-40B4-BE49-F238E27FC236}">
                  <a16:creationId xmlns:a16="http://schemas.microsoft.com/office/drawing/2014/main" id="{3E854FCC-6CE9-492F-A296-53428BA12B8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833437" y="6983887"/>
              <a:ext cx="10529888" cy="182880"/>
              <a:chOff x="833437" y="-184099"/>
              <a:chExt cx="10529888" cy="18288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EFCDC6E-D610-4A11-867C-683F98C83828}"/>
                  </a:ext>
                </a:extLst>
              </p:cNvPr>
              <p:cNvCxnSpPr/>
              <p:nvPr userDrawn="1"/>
            </p:nvCxnSpPr>
            <p:spPr>
              <a:xfrm>
                <a:off x="11362803" y="-183799"/>
                <a:ext cx="0" cy="1825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3A713EF-4213-469A-B75C-63A8409BD313}"/>
                  </a:ext>
                </a:extLst>
              </p:cNvPr>
              <p:cNvCxnSpPr/>
              <p:nvPr userDrawn="1"/>
            </p:nvCxnSpPr>
            <p:spPr>
              <a:xfrm>
                <a:off x="833960" y="-183799"/>
                <a:ext cx="0" cy="1825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076" name="Picture 2">
            <a:extLst>
              <a:ext uri="{FF2B5EF4-FFF2-40B4-BE49-F238E27FC236}">
                <a16:creationId xmlns:a16="http://schemas.microsoft.com/office/drawing/2014/main" id="{5815D94F-144F-4166-82AB-8854B8E52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82250" y="0"/>
            <a:ext cx="18097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itle Placeholder 1">
            <a:extLst>
              <a:ext uri="{FF2B5EF4-FFF2-40B4-BE49-F238E27FC236}">
                <a16:creationId xmlns:a16="http://schemas.microsoft.com/office/drawing/2014/main" id="{CAB741C1-4D9D-4D5D-A064-06B2E1CE4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8F8316-8D6C-498A-A40F-F49D6BB17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2725" y="0"/>
            <a:ext cx="549275" cy="503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bg2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50E32A17-C528-4BCD-A09F-82DF927432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C43B15BC-A151-4333-A943-701F6A005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6656388"/>
            <a:ext cx="3505200" cy="200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700">
                <a:cs typeface="Arial" panose="020B0604020202020204" pitchFamily="34" charset="0"/>
              </a:rPr>
              <a:t>Honeywell Confidential - © 2017 by Honeywell International Inc. All rights reserved.</a:t>
            </a:r>
          </a:p>
        </p:txBody>
      </p:sp>
      <p:pic>
        <p:nvPicPr>
          <p:cNvPr id="3080" name="Picture 6">
            <a:extLst>
              <a:ext uri="{FF2B5EF4-FFF2-40B4-BE49-F238E27FC236}">
                <a16:creationId xmlns:a16="http://schemas.microsoft.com/office/drawing/2014/main" id="{F5386331-0DF8-4FA7-B949-B0057F085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93400" y="6329363"/>
            <a:ext cx="127952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911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82" r:id="rId1"/>
    <p:sldLayoutId id="2147493583" r:id="rId2"/>
    <p:sldLayoutId id="2147493584" r:id="rId3"/>
    <p:sldLayoutId id="2147493585" r:id="rId4"/>
    <p:sldLayoutId id="2147493586" r:id="rId5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bg2"/>
          </a:solidFill>
          <a:latin typeface="Arial" pitchFamily="34" charset="0"/>
          <a:ea typeface="Arial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72" progId="TCLayout.ActiveDocument.1">
                  <p:embed/>
                </p:oleObj>
              </mc:Choice>
              <mc:Fallback>
                <p:oleObj name="think-cell Slide" r:id="rId10" imgW="572" imgH="572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Freeform: Shape 24"/>
          <p:cNvSpPr/>
          <p:nvPr userDrawn="1"/>
        </p:nvSpPr>
        <p:spPr>
          <a:xfrm>
            <a:off x="10504404" y="0"/>
            <a:ext cx="1674681" cy="1599968"/>
          </a:xfrm>
          <a:custGeom>
            <a:avLst/>
            <a:gdLst>
              <a:gd name="connsiteX0" fmla="*/ 0 w 1674681"/>
              <a:gd name="connsiteY0" fmla="*/ 0 h 1599968"/>
              <a:gd name="connsiteX1" fmla="*/ 1674681 w 1674681"/>
              <a:gd name="connsiteY1" fmla="*/ 0 h 1599968"/>
              <a:gd name="connsiteX2" fmla="*/ 1674681 w 1674681"/>
              <a:gd name="connsiteY2" fmla="*/ 1599968 h 1599968"/>
              <a:gd name="connsiteX3" fmla="*/ 1669059 w 1674681"/>
              <a:gd name="connsiteY3" fmla="*/ 1599968 h 1599968"/>
              <a:gd name="connsiteX4" fmla="*/ 1665594 w 1674681"/>
              <a:gd name="connsiteY4" fmla="*/ 1534110 h 1599968"/>
              <a:gd name="connsiteX5" fmla="*/ 135609 w 1674681"/>
              <a:gd name="connsiteY5" fmla="*/ 18431 h 159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4681" h="1599968">
                <a:moveTo>
                  <a:pt x="0" y="0"/>
                </a:moveTo>
                <a:lnTo>
                  <a:pt x="1674681" y="0"/>
                </a:lnTo>
                <a:lnTo>
                  <a:pt x="1674681" y="1599968"/>
                </a:lnTo>
                <a:lnTo>
                  <a:pt x="1669059" y="1599968"/>
                </a:lnTo>
                <a:lnTo>
                  <a:pt x="1665594" y="1534110"/>
                </a:lnTo>
                <a:cubicBezTo>
                  <a:pt x="1592306" y="835117"/>
                  <a:pt x="979629" y="172298"/>
                  <a:pt x="135609" y="18431"/>
                </a:cubicBezTo>
                <a:close/>
              </a:path>
            </a:pathLst>
          </a:custGeom>
          <a:gradFill flip="none" rotWithShape="1">
            <a:gsLst>
              <a:gs pos="46000">
                <a:srgbClr val="CE2B1F"/>
              </a:gs>
              <a:gs pos="61000">
                <a:srgbClr val="EE3124"/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rgbClr val="EE3124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-313689" y="-311099"/>
            <a:ext cx="12814617" cy="7477866"/>
            <a:chOff x="-313689" y="-311099"/>
            <a:chExt cx="12814617" cy="7477866"/>
          </a:xfrm>
        </p:grpSpPr>
        <p:grpSp>
          <p:nvGrpSpPr>
            <p:cNvPr id="5" name="Group 4"/>
            <p:cNvGrpSpPr/>
            <p:nvPr userDrawn="1"/>
          </p:nvGrpSpPr>
          <p:grpSpPr>
            <a:xfrm>
              <a:off x="-313689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5" name="Straight Connector 14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/>
            <p:cNvGrpSpPr/>
            <p:nvPr userDrawn="1"/>
          </p:nvGrpSpPr>
          <p:grpSpPr>
            <a:xfrm>
              <a:off x="833437" y="-311099"/>
              <a:ext cx="10529888" cy="182880"/>
              <a:chOff x="833437" y="-184099"/>
              <a:chExt cx="10529888" cy="182880"/>
            </a:xfrm>
          </p:grpSpPr>
          <p:cxnSp>
            <p:nvCxnSpPr>
              <p:cNvPr id="13" name="Straight Connector 12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 userDrawn="1"/>
          </p:nvGrpSpPr>
          <p:grpSpPr>
            <a:xfrm>
              <a:off x="12318047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9" name="Straight Connector 18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 userDrawn="1"/>
          </p:nvGrpSpPr>
          <p:grpSpPr>
            <a:xfrm>
              <a:off x="833437" y="6983887"/>
              <a:ext cx="10529888" cy="182880"/>
              <a:chOff x="833437" y="-184099"/>
              <a:chExt cx="10529888" cy="182880"/>
            </a:xfrm>
          </p:grpSpPr>
          <p:cxnSp>
            <p:nvCxnSpPr>
              <p:cNvPr id="22" name="Straight Connector 21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3360" y="0"/>
            <a:ext cx="548640" cy="5029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bg1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C05CE228-874B-4B88-8E7B-BE8A20977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4342956" y="6656832"/>
            <a:ext cx="3506088" cy="20005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>
                <a:solidFill>
                  <a:schemeClr val="accent3"/>
                </a:solidFill>
                <a:cs typeface="Arial" panose="020B0604020202020204" pitchFamily="34" charset="0"/>
              </a:rPr>
              <a:t>Honeywell Confidential - © 2019 by Honeywell International Inc. All rights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2956" y="6329244"/>
            <a:ext cx="1280160" cy="35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89" r:id="rId1"/>
    <p:sldLayoutId id="2147493590" r:id="rId2"/>
    <p:sldLayoutId id="2147493591" r:id="rId3"/>
    <p:sldLayoutId id="2147493592" r:id="rId4"/>
    <p:sldLayoutId id="2147493593" r:id="rId5"/>
    <p:sldLayoutId id="2147493594" r:id="rId6"/>
    <p:sldLayoutId id="2147493595" r:id="rId7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72" progId="TCLayout.ActiveDocument.1">
                  <p:embed/>
                </p:oleObj>
              </mc:Choice>
              <mc:Fallback>
                <p:oleObj name="think-cell Slide" r:id="rId9" imgW="572" imgH="572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Freeform: Shape 20"/>
          <p:cNvSpPr/>
          <p:nvPr userDrawn="1"/>
        </p:nvSpPr>
        <p:spPr>
          <a:xfrm>
            <a:off x="10504404" y="0"/>
            <a:ext cx="1674681" cy="1599968"/>
          </a:xfrm>
          <a:custGeom>
            <a:avLst/>
            <a:gdLst>
              <a:gd name="connsiteX0" fmla="*/ 0 w 1674681"/>
              <a:gd name="connsiteY0" fmla="*/ 0 h 1599968"/>
              <a:gd name="connsiteX1" fmla="*/ 1674681 w 1674681"/>
              <a:gd name="connsiteY1" fmla="*/ 0 h 1599968"/>
              <a:gd name="connsiteX2" fmla="*/ 1674681 w 1674681"/>
              <a:gd name="connsiteY2" fmla="*/ 1599968 h 1599968"/>
              <a:gd name="connsiteX3" fmla="*/ 1669059 w 1674681"/>
              <a:gd name="connsiteY3" fmla="*/ 1599968 h 1599968"/>
              <a:gd name="connsiteX4" fmla="*/ 1665594 w 1674681"/>
              <a:gd name="connsiteY4" fmla="*/ 1534110 h 1599968"/>
              <a:gd name="connsiteX5" fmla="*/ 135609 w 1674681"/>
              <a:gd name="connsiteY5" fmla="*/ 18431 h 159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4681" h="1599968">
                <a:moveTo>
                  <a:pt x="0" y="0"/>
                </a:moveTo>
                <a:lnTo>
                  <a:pt x="1674681" y="0"/>
                </a:lnTo>
                <a:lnTo>
                  <a:pt x="1674681" y="1599968"/>
                </a:lnTo>
                <a:lnTo>
                  <a:pt x="1669059" y="1599968"/>
                </a:lnTo>
                <a:lnTo>
                  <a:pt x="1665594" y="1534110"/>
                </a:lnTo>
                <a:cubicBezTo>
                  <a:pt x="1592306" y="835117"/>
                  <a:pt x="979629" y="172298"/>
                  <a:pt x="135609" y="18431"/>
                </a:cubicBezTo>
                <a:close/>
              </a:path>
            </a:pathLst>
          </a:custGeom>
          <a:gradFill flip="none" rotWithShape="1">
            <a:gsLst>
              <a:gs pos="46000">
                <a:srgbClr val="CE2B1F"/>
              </a:gs>
              <a:gs pos="61000">
                <a:srgbClr val="EE3124"/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rgbClr val="EE3124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grpSp>
        <p:nvGrpSpPr>
          <p:cNvPr id="29" name="Group 28"/>
          <p:cNvGrpSpPr/>
          <p:nvPr userDrawn="1"/>
        </p:nvGrpSpPr>
        <p:grpSpPr>
          <a:xfrm>
            <a:off x="-313689" y="-311099"/>
            <a:ext cx="12814617" cy="7477866"/>
            <a:chOff x="-313689" y="-311099"/>
            <a:chExt cx="12814617" cy="7477866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-313689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40" name="Straight Connector 39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 userDrawn="1"/>
          </p:nvGrpSpPr>
          <p:grpSpPr>
            <a:xfrm>
              <a:off x="833437" y="-311099"/>
              <a:ext cx="10529888" cy="182880"/>
              <a:chOff x="833437" y="-184099"/>
              <a:chExt cx="10529888" cy="182880"/>
            </a:xfrm>
          </p:grpSpPr>
          <p:cxnSp>
            <p:nvCxnSpPr>
              <p:cNvPr id="38" name="Straight Connector 37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 userDrawn="1"/>
          </p:nvGrpSpPr>
          <p:grpSpPr>
            <a:xfrm>
              <a:off x="12318047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36" name="Straight Connector 35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 userDrawn="1"/>
          </p:nvGrpSpPr>
          <p:grpSpPr>
            <a:xfrm>
              <a:off x="833437" y="6983887"/>
              <a:ext cx="10529888" cy="182880"/>
              <a:chOff x="833437" y="-184099"/>
              <a:chExt cx="10529888" cy="182880"/>
            </a:xfrm>
          </p:grpSpPr>
          <p:cxnSp>
            <p:nvCxnSpPr>
              <p:cNvPr id="34" name="Straight Connector 33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3360" y="0"/>
            <a:ext cx="548640" cy="504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bg1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C05CE228-874B-4B88-8E7B-BE8A20977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Rectangle 23"/>
          <p:cNvSpPr>
            <a:spLocks noChangeArrowheads="1"/>
          </p:cNvSpPr>
          <p:nvPr userDrawn="1"/>
        </p:nvSpPr>
        <p:spPr bwMode="auto">
          <a:xfrm>
            <a:off x="4342956" y="6162039"/>
            <a:ext cx="3506088" cy="20005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>
                <a:solidFill>
                  <a:schemeClr val="accent3"/>
                </a:solidFill>
                <a:cs typeface="Arial" panose="020B0604020202020204" pitchFamily="34" charset="0"/>
              </a:rPr>
              <a:t>Honeywell Confidential - © 2019 by Honeywell International Inc. All rights reserved.</a:t>
            </a:r>
          </a:p>
        </p:txBody>
      </p:sp>
      <p:sp>
        <p:nvSpPr>
          <p:cNvPr id="25" name="Freeform: Shape 24"/>
          <p:cNvSpPr/>
          <p:nvPr userDrawn="1"/>
        </p:nvSpPr>
        <p:spPr>
          <a:xfrm>
            <a:off x="-1659" y="6353175"/>
            <a:ext cx="11583988" cy="504825"/>
          </a:xfrm>
          <a:custGeom>
            <a:avLst/>
            <a:gdLst>
              <a:gd name="connsiteX0" fmla="*/ 0 w 11583988"/>
              <a:gd name="connsiteY0" fmla="*/ 0 h 504825"/>
              <a:gd name="connsiteX1" fmla="*/ 11107861 w 11583988"/>
              <a:gd name="connsiteY1" fmla="*/ 0 h 504825"/>
              <a:gd name="connsiteX2" fmla="*/ 11107861 w 11583988"/>
              <a:gd name="connsiteY2" fmla="*/ 3666 h 504825"/>
              <a:gd name="connsiteX3" fmla="*/ 11138716 w 11583988"/>
              <a:gd name="connsiteY3" fmla="*/ 5224 h 504825"/>
              <a:gd name="connsiteX4" fmla="*/ 11581646 w 11583988"/>
              <a:gd name="connsiteY4" fmla="*/ 496052 h 504825"/>
              <a:gd name="connsiteX5" fmla="*/ 11581646 w 11583988"/>
              <a:gd name="connsiteY5" fmla="*/ 501988 h 504825"/>
              <a:gd name="connsiteX6" fmla="*/ 11583988 w 11583988"/>
              <a:gd name="connsiteY6" fmla="*/ 501988 h 504825"/>
              <a:gd name="connsiteX7" fmla="*/ 11583988 w 11583988"/>
              <a:gd name="connsiteY7" fmla="*/ 504825 h 504825"/>
              <a:gd name="connsiteX8" fmla="*/ 0 w 11583988"/>
              <a:gd name="connsiteY8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83988" h="504825">
                <a:moveTo>
                  <a:pt x="0" y="0"/>
                </a:moveTo>
                <a:lnTo>
                  <a:pt x="11107861" y="0"/>
                </a:lnTo>
                <a:lnTo>
                  <a:pt x="11107861" y="3666"/>
                </a:lnTo>
                <a:lnTo>
                  <a:pt x="11138716" y="5224"/>
                </a:lnTo>
                <a:cubicBezTo>
                  <a:pt x="11387503" y="30490"/>
                  <a:pt x="11581646" y="240599"/>
                  <a:pt x="11581646" y="496052"/>
                </a:cubicBezTo>
                <a:lnTo>
                  <a:pt x="11581646" y="501988"/>
                </a:lnTo>
                <a:lnTo>
                  <a:pt x="11583988" y="501988"/>
                </a:lnTo>
                <a:lnTo>
                  <a:pt x="11583988" y="504825"/>
                </a:lnTo>
                <a:lnTo>
                  <a:pt x="0" y="504825"/>
                </a:lnTo>
                <a:close/>
              </a:path>
            </a:pathLst>
          </a:cu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42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97" r:id="rId1"/>
    <p:sldLayoutId id="2147493598" r:id="rId2"/>
    <p:sldLayoutId id="2147493599" r:id="rId3"/>
    <p:sldLayoutId id="2147493600" r:id="rId4"/>
    <p:sldLayoutId id="2147493601" r:id="rId5"/>
    <p:sldLayoutId id="2147493602" r:id="rId6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5" hidden="1">
            <a:extLst>
              <a:ext uri="{FF2B5EF4-FFF2-40B4-BE49-F238E27FC236}">
                <a16:creationId xmlns:a16="http://schemas.microsoft.com/office/drawing/2014/main" id="{8556B06C-0172-4BB4-ADCB-D27E94D0844F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60" imgH="360" progId="TCLayout.ActiveDocument.1">
                  <p:embed/>
                </p:oleObj>
              </mc:Choice>
              <mc:Fallback>
                <p:oleObj name="think-cell Slide" r:id="rId10" imgW="360" imgH="360" progId="TCLayout.ActiveDocument.1">
                  <p:embed/>
                  <p:pic>
                    <p:nvPicPr>
                      <p:cNvPr id="3074" name="Object 5" hidden="1">
                        <a:extLst>
                          <a:ext uri="{FF2B5EF4-FFF2-40B4-BE49-F238E27FC236}">
                            <a16:creationId xmlns:a16="http://schemas.microsoft.com/office/drawing/2014/main" id="{8556B06C-0172-4BB4-ADCB-D27E94D08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5" name="Group 1">
            <a:extLst>
              <a:ext uri="{FF2B5EF4-FFF2-40B4-BE49-F238E27FC236}">
                <a16:creationId xmlns:a16="http://schemas.microsoft.com/office/drawing/2014/main" id="{67FEF842-A683-4C18-A379-0A497534F3A9}"/>
              </a:ext>
            </a:extLst>
          </p:cNvPr>
          <p:cNvGrpSpPr>
            <a:grpSpLocks/>
          </p:cNvGrpSpPr>
          <p:nvPr/>
        </p:nvGrpSpPr>
        <p:grpSpPr bwMode="auto">
          <a:xfrm>
            <a:off x="-314325" y="-311150"/>
            <a:ext cx="12815888" cy="7477125"/>
            <a:chOff x="-313689" y="-311099"/>
            <a:chExt cx="12814617" cy="7477866"/>
          </a:xfrm>
        </p:grpSpPr>
        <p:grpSp>
          <p:nvGrpSpPr>
            <p:cNvPr id="3081" name="Group 4">
              <a:extLst>
                <a:ext uri="{FF2B5EF4-FFF2-40B4-BE49-F238E27FC236}">
                  <a16:creationId xmlns:a16="http://schemas.microsoft.com/office/drawing/2014/main" id="{55647ACF-7E45-46D6-9BED-CF0F6DA9CA5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313689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F679F8-FEA2-403C-A645-CDF205E47E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-95417" y="5967310"/>
                <a:ext cx="0" cy="182544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4F3DB32-4410-46F3-BD59-FEDA1660C8C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-95417" y="1205926"/>
                <a:ext cx="0" cy="182544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2" name="Group 3">
              <a:extLst>
                <a:ext uri="{FF2B5EF4-FFF2-40B4-BE49-F238E27FC236}">
                  <a16:creationId xmlns:a16="http://schemas.microsoft.com/office/drawing/2014/main" id="{6248F24D-85DF-42E7-B99E-F84D2323C56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833437" y="-311099"/>
              <a:ext cx="10529888" cy="182880"/>
              <a:chOff x="833437" y="-184099"/>
              <a:chExt cx="10529888" cy="18288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2F14EA8-739A-45F1-A809-C8525CB6B657}"/>
                  </a:ext>
                </a:extLst>
              </p:cNvPr>
              <p:cNvCxnSpPr/>
              <p:nvPr userDrawn="1"/>
            </p:nvCxnSpPr>
            <p:spPr>
              <a:xfrm>
                <a:off x="11362803" y="-184099"/>
                <a:ext cx="0" cy="1825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F4D1D35-E4B2-470E-A0C3-5174D48DF4C6}"/>
                  </a:ext>
                </a:extLst>
              </p:cNvPr>
              <p:cNvCxnSpPr/>
              <p:nvPr userDrawn="1"/>
            </p:nvCxnSpPr>
            <p:spPr>
              <a:xfrm>
                <a:off x="833960" y="-184099"/>
                <a:ext cx="0" cy="1825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3" name="Group 17">
              <a:extLst>
                <a:ext uri="{FF2B5EF4-FFF2-40B4-BE49-F238E27FC236}">
                  <a16:creationId xmlns:a16="http://schemas.microsoft.com/office/drawing/2014/main" id="{47CB947B-2119-4710-82E5-1C231606999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2318047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34490DF-1482-4A39-B3BA-FBA28F383C3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-95080" y="5967309"/>
                <a:ext cx="0" cy="182545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8C5C968-A498-47EC-B423-BA03707E6F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-95080" y="1205925"/>
                <a:ext cx="0" cy="182545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4" name="Group 20">
              <a:extLst>
                <a:ext uri="{FF2B5EF4-FFF2-40B4-BE49-F238E27FC236}">
                  <a16:creationId xmlns:a16="http://schemas.microsoft.com/office/drawing/2014/main" id="{3E854FCC-6CE9-492F-A296-53428BA12B8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833437" y="6983887"/>
              <a:ext cx="10529888" cy="182880"/>
              <a:chOff x="833437" y="-184099"/>
              <a:chExt cx="10529888" cy="18288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EFCDC6E-D610-4A11-867C-683F98C83828}"/>
                  </a:ext>
                </a:extLst>
              </p:cNvPr>
              <p:cNvCxnSpPr/>
              <p:nvPr userDrawn="1"/>
            </p:nvCxnSpPr>
            <p:spPr>
              <a:xfrm>
                <a:off x="11362803" y="-183799"/>
                <a:ext cx="0" cy="1825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3A713EF-4213-469A-B75C-63A8409BD313}"/>
                  </a:ext>
                </a:extLst>
              </p:cNvPr>
              <p:cNvCxnSpPr/>
              <p:nvPr userDrawn="1"/>
            </p:nvCxnSpPr>
            <p:spPr>
              <a:xfrm>
                <a:off x="833960" y="-183799"/>
                <a:ext cx="0" cy="1825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076" name="Picture 2">
            <a:extLst>
              <a:ext uri="{FF2B5EF4-FFF2-40B4-BE49-F238E27FC236}">
                <a16:creationId xmlns:a16="http://schemas.microsoft.com/office/drawing/2014/main" id="{5815D94F-144F-4166-82AB-8854B8E52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82250" y="0"/>
            <a:ext cx="18097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itle Placeholder 1">
            <a:extLst>
              <a:ext uri="{FF2B5EF4-FFF2-40B4-BE49-F238E27FC236}">
                <a16:creationId xmlns:a16="http://schemas.microsoft.com/office/drawing/2014/main" id="{CAB741C1-4D9D-4D5D-A064-06B2E1CE4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8F8316-8D6C-498A-A40F-F49D6BB17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2725" y="0"/>
            <a:ext cx="549275" cy="503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bg2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50E32A17-C528-4BCD-A09F-82DF927432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C43B15BC-A151-4333-A943-701F6A005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6656388"/>
            <a:ext cx="3505200" cy="200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700">
                <a:cs typeface="Arial" panose="020B0604020202020204" pitchFamily="34" charset="0"/>
              </a:rPr>
              <a:t>Honeywell Confidential - © 2017 by Honeywell International Inc. All rights reserved.</a:t>
            </a:r>
          </a:p>
        </p:txBody>
      </p:sp>
      <p:pic>
        <p:nvPicPr>
          <p:cNvPr id="3080" name="Picture 6">
            <a:extLst>
              <a:ext uri="{FF2B5EF4-FFF2-40B4-BE49-F238E27FC236}">
                <a16:creationId xmlns:a16="http://schemas.microsoft.com/office/drawing/2014/main" id="{F5386331-0DF8-4FA7-B949-B0057F085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93400" y="6329363"/>
            <a:ext cx="127952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347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604" r:id="rId1"/>
    <p:sldLayoutId id="2147493605" r:id="rId2"/>
    <p:sldLayoutId id="2147493606" r:id="rId3"/>
    <p:sldLayoutId id="2147493607" r:id="rId4"/>
    <p:sldLayoutId id="2147493608" r:id="rId5"/>
    <p:sldLayoutId id="2147493609" r:id="rId6"/>
    <p:sldLayoutId id="2147493610" r:id="rId7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bg2"/>
          </a:solidFill>
          <a:latin typeface="Arial" pitchFamily="34" charset="0"/>
          <a:ea typeface="Arial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37607333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-313689" y="-311099"/>
            <a:ext cx="12814617" cy="7477866"/>
            <a:chOff x="-313689" y="-311099"/>
            <a:chExt cx="12814617" cy="7477866"/>
          </a:xfrm>
        </p:grpSpPr>
        <p:grpSp>
          <p:nvGrpSpPr>
            <p:cNvPr id="5" name="Group 4"/>
            <p:cNvGrpSpPr/>
            <p:nvPr userDrawn="1"/>
          </p:nvGrpSpPr>
          <p:grpSpPr>
            <a:xfrm>
              <a:off x="-313689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5" name="Straight Connector 14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/>
            <p:cNvGrpSpPr/>
            <p:nvPr userDrawn="1"/>
          </p:nvGrpSpPr>
          <p:grpSpPr>
            <a:xfrm>
              <a:off x="833437" y="-311099"/>
              <a:ext cx="10529888" cy="182880"/>
              <a:chOff x="833437" y="-184099"/>
              <a:chExt cx="10529888" cy="182880"/>
            </a:xfrm>
          </p:grpSpPr>
          <p:cxnSp>
            <p:nvCxnSpPr>
              <p:cNvPr id="13" name="Straight Connector 12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 userDrawn="1"/>
          </p:nvGrpSpPr>
          <p:grpSpPr>
            <a:xfrm>
              <a:off x="12318047" y="1297123"/>
              <a:ext cx="182881" cy="4762033"/>
              <a:chOff x="-186689" y="1297123"/>
              <a:chExt cx="182881" cy="4762033"/>
            </a:xfrm>
          </p:grpSpPr>
          <p:cxnSp>
            <p:nvCxnSpPr>
              <p:cNvPr id="19" name="Straight Connector 18"/>
              <p:cNvCxnSpPr>
                <a:cxnSpLocks/>
              </p:cNvCxnSpPr>
              <p:nvPr userDrawn="1"/>
            </p:nvCxnSpPr>
            <p:spPr>
              <a:xfrm rot="16200000">
                <a:off x="-95248" y="5967716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cxnSpLocks/>
              </p:cNvCxnSpPr>
              <p:nvPr userDrawn="1"/>
            </p:nvCxnSpPr>
            <p:spPr>
              <a:xfrm rot="16200000">
                <a:off x="-95249" y="1205683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 userDrawn="1"/>
          </p:nvGrpSpPr>
          <p:grpSpPr>
            <a:xfrm>
              <a:off x="833437" y="6983887"/>
              <a:ext cx="10529888" cy="182880"/>
              <a:chOff x="833437" y="-184099"/>
              <a:chExt cx="10529888" cy="182880"/>
            </a:xfrm>
          </p:grpSpPr>
          <p:cxnSp>
            <p:nvCxnSpPr>
              <p:cNvPr id="22" name="Straight Connector 21"/>
              <p:cNvCxnSpPr/>
              <p:nvPr userDrawn="1"/>
            </p:nvCxnSpPr>
            <p:spPr>
              <a:xfrm>
                <a:off x="11363325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 userDrawn="1"/>
            </p:nvCxnSpPr>
            <p:spPr>
              <a:xfrm>
                <a:off x="833437" y="-184099"/>
                <a:ext cx="0" cy="182880"/>
              </a:xfrm>
              <a:prstGeom prst="line">
                <a:avLst/>
              </a:prstGeom>
              <a:ln w="3175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1863" y="0"/>
            <a:ext cx="1810137" cy="1810137"/>
          </a:xfrm>
          <a:prstGeom prst="rect">
            <a:avLst/>
          </a:prstGeom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3360" y="0"/>
            <a:ext cx="548640" cy="5029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bg2"/>
                </a:solidFill>
                <a:latin typeface="+mn-lt"/>
                <a:cs typeface="HelveticaNeue MediumCond"/>
              </a:defRPr>
            </a:lvl1pPr>
          </a:lstStyle>
          <a:p>
            <a:pPr>
              <a:defRPr/>
            </a:pPr>
            <a:fld id="{C05CE228-874B-4B88-8E7B-BE8A2097705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4342956" y="6656832"/>
            <a:ext cx="3506088" cy="20005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>
                <a:solidFill>
                  <a:schemeClr val="tx1"/>
                </a:solidFill>
                <a:cs typeface="Arial" panose="020B0604020202020204" pitchFamily="34" charset="0"/>
              </a:rPr>
              <a:t>Honeywell Confidential - © 2017 by Honeywell International Inc. All rights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2956" y="6329244"/>
            <a:ext cx="1280160" cy="35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7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656" r:id="rId1"/>
    <p:sldLayoutId id="2147493657" r:id="rId2"/>
    <p:sldLayoutId id="2147493658" r:id="rId3"/>
    <p:sldLayoutId id="2147493659" r:id="rId4"/>
    <p:sldLayoutId id="2147493660" r:id="rId5"/>
    <p:sldLayoutId id="2147493661" r:id="rId6"/>
    <p:sldLayoutId id="2147493662" r:id="rId7"/>
  </p:sldLayoutIdLst>
  <p:hf sldNum="0"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lang="en-US" sz="2800" b="1" kern="1200" dirty="0">
          <a:solidFill>
            <a:schemeClr val="bg2"/>
          </a:solidFill>
          <a:latin typeface="Arial" pitchFamily="34" charset="0"/>
          <a:ea typeface="Arial" charset="0"/>
          <a:cs typeface="Arial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1" fontAlgn="base" hangingPunct="1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26AC-685E-4857-ACAC-4438A0C1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Wearable Smart Patch Concepts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E52F0-720F-07E4-80F6-CEB28122DE0C}"/>
              </a:ext>
            </a:extLst>
          </p:cNvPr>
          <p:cNvSpPr txBox="1"/>
          <p:nvPr/>
        </p:nvSpPr>
        <p:spPr>
          <a:xfrm>
            <a:off x="4999776" y="2974312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10-Feb-2025</a:t>
            </a:r>
          </a:p>
        </p:txBody>
      </p:sp>
    </p:spTree>
    <p:extLst>
      <p:ext uri="{BB962C8B-B14F-4D97-AF65-F5344CB8AC3E}">
        <p14:creationId xmlns:p14="http://schemas.microsoft.com/office/powerpoint/2010/main" val="28963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A8E9-90DA-558F-0EC8-DFDF68C8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DE7BDF-EF5F-EA32-DDE1-83978D22DAD3}"/>
              </a:ext>
            </a:extLst>
          </p:cNvPr>
          <p:cNvGrpSpPr/>
          <p:nvPr/>
        </p:nvGrpSpPr>
        <p:grpSpPr>
          <a:xfrm>
            <a:off x="1965599" y="855091"/>
            <a:ext cx="8871734" cy="4776893"/>
            <a:chOff x="1965599" y="855091"/>
            <a:chExt cx="8871734" cy="47768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C7FF1E-76D5-9564-9F12-7DAA5FAD2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3217" y="855091"/>
              <a:ext cx="5971117" cy="477689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58E6FD1-297D-C961-7871-4F108EFDF1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93000" y="2489200"/>
              <a:ext cx="531928" cy="401620"/>
            </a:xfrm>
            <a:prstGeom prst="straightConnector1">
              <a:avLst/>
            </a:prstGeom>
            <a:ln w="19050" cmpd="sng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4EB00E-10AB-4FA7-1B7F-BA17407E782B}"/>
                </a:ext>
              </a:extLst>
            </p:cNvPr>
            <p:cNvSpPr txBox="1"/>
            <p:nvPr/>
          </p:nvSpPr>
          <p:spPr>
            <a:xfrm>
              <a:off x="8024928" y="2672160"/>
              <a:ext cx="28124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Electrodes and Temperature Sensor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D2E4FE1-41B1-29D6-9EFD-FD953F8088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1267" y="2903845"/>
              <a:ext cx="855133" cy="333180"/>
            </a:xfrm>
            <a:prstGeom prst="straightConnector1">
              <a:avLst/>
            </a:prstGeom>
            <a:ln w="19050" cmpd="sng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9AE44E-B40E-43E4-1A9A-66BC3AAC5C08}"/>
                </a:ext>
              </a:extLst>
            </p:cNvPr>
            <p:cNvSpPr txBox="1"/>
            <p:nvPr/>
          </p:nvSpPr>
          <p:spPr>
            <a:xfrm>
              <a:off x="1965599" y="3063499"/>
              <a:ext cx="1624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ECG Cables</a:t>
              </a:r>
            </a:p>
          </p:txBody>
        </p:sp>
        <p:pic>
          <p:nvPicPr>
            <p:cNvPr id="1026" name="Picture 2" descr="10pcs 3mm Inner Dia PVC Strain Relief Cord Boot Protector Power Tool Hose White">
              <a:extLst>
                <a:ext uri="{FF2B5EF4-FFF2-40B4-BE49-F238E27FC236}">
                  <a16:creationId xmlns:a16="http://schemas.microsoft.com/office/drawing/2014/main" id="{AFDCBC0D-1B0B-3748-CFC2-568AF3F873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9769" y="3858488"/>
              <a:ext cx="1114550" cy="1114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98844F-B6FE-04DB-4704-8FBEBDAF5371}"/>
                </a:ext>
              </a:extLst>
            </p:cNvPr>
            <p:cNvSpPr txBox="1"/>
            <p:nvPr/>
          </p:nvSpPr>
          <p:spPr>
            <a:xfrm>
              <a:off x="8849968" y="4827024"/>
              <a:ext cx="1514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Cable Gland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65A0770-5BF7-D649-B65B-F091767862CD}"/>
              </a:ext>
            </a:extLst>
          </p:cNvPr>
          <p:cNvSpPr txBox="1"/>
          <p:nvPr/>
        </p:nvSpPr>
        <p:spPr>
          <a:xfrm>
            <a:off x="563526" y="5847899"/>
            <a:ext cx="968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 If required we can use a Cable gland to protect the Wires and will rest on the electrode</a:t>
            </a:r>
          </a:p>
        </p:txBody>
      </p:sp>
    </p:spTree>
    <p:extLst>
      <p:ext uri="{BB962C8B-B14F-4D97-AF65-F5344CB8AC3E}">
        <p14:creationId xmlns:p14="http://schemas.microsoft.com/office/powerpoint/2010/main" val="285731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812E-981E-F49D-162F-F6643E96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187279"/>
            <a:ext cx="10523336" cy="498475"/>
          </a:xfrm>
        </p:spPr>
        <p:txBody>
          <a:bodyPr/>
          <a:lstStyle/>
          <a:p>
            <a:r>
              <a:rPr lang="en-US" dirty="0"/>
              <a:t>Concept 02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880A07-5D2C-81A3-F92A-6EDF207221A4}"/>
              </a:ext>
            </a:extLst>
          </p:cNvPr>
          <p:cNvGrpSpPr/>
          <p:nvPr/>
        </p:nvGrpSpPr>
        <p:grpSpPr>
          <a:xfrm>
            <a:off x="2162810" y="4513354"/>
            <a:ext cx="8718550" cy="2373011"/>
            <a:chOff x="-1301750" y="265828"/>
            <a:chExt cx="15412003" cy="42159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3C25140-B175-AAF0-52EF-67BD07033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F9FA"/>
                </a:clrFrom>
                <a:clrTo>
                  <a:srgbClr val="F7F9FA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085445" y="265828"/>
              <a:ext cx="7343775" cy="2962275"/>
            </a:xfrm>
            <a:prstGeom prst="rect">
              <a:avLst/>
            </a:prstGeom>
          </p:spPr>
        </p:pic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819036E8-C9E9-CF57-B557-324DBCB1AD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1361221"/>
                </p:ext>
              </p:extLst>
            </p:nvPr>
          </p:nvGraphicFramePr>
          <p:xfrm>
            <a:off x="-1301750" y="823913"/>
            <a:ext cx="8128000" cy="3590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21452831" imgH="9470207" progId="Visio.Drawing.11">
                    <p:embed/>
                  </p:oleObj>
                </mc:Choice>
                <mc:Fallback>
                  <p:oleObj name="Visio" r:id="rId4" imgW="21452831" imgH="9470207" progId="Visio.Drawing.11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819036E8-C9E9-CF57-B557-324DBCB1AD0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301750" y="823913"/>
                          <a:ext cx="8128000" cy="3590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2F9DADFF-DD8C-5617-3B96-5A0A93FAB8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7959830"/>
                </p:ext>
              </p:extLst>
            </p:nvPr>
          </p:nvGraphicFramePr>
          <p:xfrm>
            <a:off x="5982253" y="890852"/>
            <a:ext cx="8128000" cy="3590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21452831" imgH="9470207" progId="Visio.Drawing.11">
                    <p:embed/>
                  </p:oleObj>
                </mc:Choice>
                <mc:Fallback>
                  <p:oleObj name="Visio" r:id="rId4" imgW="21452831" imgH="9470207" progId="Visio.Drawing.11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2F9DADFF-DD8C-5617-3B96-5A0A93FAB8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82253" y="890852"/>
                          <a:ext cx="8128000" cy="3590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BFDE4E4-C71D-292A-B67C-7B31CB431A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628" t="22099" r="34636" b="24074"/>
          <a:stretch/>
        </p:blipFill>
        <p:spPr>
          <a:xfrm>
            <a:off x="490892" y="2211466"/>
            <a:ext cx="2962723" cy="25783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E3176B-DEE4-F34B-C730-656AFB20A6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473" y="411790"/>
            <a:ext cx="5077053" cy="406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0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0BEE-0A4F-CA8E-0D1C-CD02082A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03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9A2A0-9F69-F8A0-6B29-FF9DA99D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86" t="19238" r="22621" b="6785"/>
          <a:stretch/>
        </p:blipFill>
        <p:spPr>
          <a:xfrm>
            <a:off x="499531" y="1193017"/>
            <a:ext cx="3384080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8B31D8-7F01-30F1-0691-DD25E05504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20" t="2338" r="19346" b="2051"/>
          <a:stretch/>
        </p:blipFill>
        <p:spPr>
          <a:xfrm>
            <a:off x="5723466" y="592664"/>
            <a:ext cx="2743200" cy="356032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BC24053-1509-B964-0F34-16F7300939A1}"/>
              </a:ext>
            </a:extLst>
          </p:cNvPr>
          <p:cNvGrpSpPr/>
          <p:nvPr/>
        </p:nvGrpSpPr>
        <p:grpSpPr>
          <a:xfrm>
            <a:off x="5774407" y="4566838"/>
            <a:ext cx="2608803" cy="629727"/>
            <a:chOff x="5774407" y="4566838"/>
            <a:chExt cx="2608803" cy="62972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0D70DDD-423A-A5CA-E51B-63483BDE4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3744" t="19266" r="9321" b="27248"/>
            <a:stretch/>
          </p:blipFill>
          <p:spPr>
            <a:xfrm>
              <a:off x="6373282" y="4566838"/>
              <a:ext cx="1443567" cy="4944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366FC12-7ACF-4902-62CD-0CF0AA8F2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212830"/>
                </a:clrFrom>
                <a:clrTo>
                  <a:srgbClr val="212830">
                    <a:alpha val="0"/>
                  </a:srgbClr>
                </a:clrTo>
              </a:clrChange>
            </a:blip>
            <a:srcRect t="46327" b="12750"/>
            <a:stretch/>
          </p:blipFill>
          <p:spPr>
            <a:xfrm>
              <a:off x="5774407" y="5067817"/>
              <a:ext cx="1252929" cy="12874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1753B60-AEB9-E117-CD1D-140B94B52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212830"/>
                </a:clrFrom>
                <a:clrTo>
                  <a:srgbClr val="212830">
                    <a:alpha val="0"/>
                  </a:srgbClr>
                </a:clrTo>
              </a:clrChange>
            </a:blip>
            <a:srcRect t="46327" b="12750"/>
            <a:stretch/>
          </p:blipFill>
          <p:spPr>
            <a:xfrm flipH="1">
              <a:off x="7137400" y="5051758"/>
              <a:ext cx="1245810" cy="128016"/>
            </a:xfrm>
            <a:prstGeom prst="rect">
              <a:avLst/>
            </a:pr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CA57E9-18A8-3254-4C12-DEB6BDB9FAB2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389173" y="679782"/>
            <a:ext cx="511145" cy="411357"/>
          </a:xfrm>
          <a:prstGeom prst="straightConnector1">
            <a:avLst/>
          </a:prstGeom>
          <a:ln w="1905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5559AD9-C186-864C-7ACF-C7F4BE15992C}"/>
              </a:ext>
            </a:extLst>
          </p:cNvPr>
          <p:cNvSpPr txBox="1"/>
          <p:nvPr/>
        </p:nvSpPr>
        <p:spPr>
          <a:xfrm>
            <a:off x="8900318" y="356616"/>
            <a:ext cx="2812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Electrodes and Temperature Sensor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C2951C-415A-F930-263E-7F09905A615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543" t="28125" r="26418" b="24471"/>
          <a:stretch/>
        </p:blipFill>
        <p:spPr>
          <a:xfrm>
            <a:off x="462791" y="3851551"/>
            <a:ext cx="3412628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E385FD-05BF-0F11-20E6-61879B91530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617" t="-93" r="19500"/>
          <a:stretch/>
        </p:blipFill>
        <p:spPr>
          <a:xfrm>
            <a:off x="8926324" y="2539416"/>
            <a:ext cx="2618119" cy="356032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BBA21B-CD75-FE14-F0D2-DAC40D3F4060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9186333" y="1988718"/>
            <a:ext cx="251136" cy="712149"/>
          </a:xfrm>
          <a:prstGeom prst="straightConnector1">
            <a:avLst/>
          </a:prstGeom>
          <a:ln w="1905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689B66-D77C-8252-426A-1121A806DF2B}"/>
              </a:ext>
            </a:extLst>
          </p:cNvPr>
          <p:cNvSpPr txBox="1"/>
          <p:nvPr/>
        </p:nvSpPr>
        <p:spPr>
          <a:xfrm>
            <a:off x="9437469" y="1665552"/>
            <a:ext cx="2812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Electrode with Printed Electronics</a:t>
            </a:r>
          </a:p>
        </p:txBody>
      </p:sp>
    </p:spTree>
    <p:extLst>
      <p:ext uri="{BB962C8B-B14F-4D97-AF65-F5344CB8AC3E}">
        <p14:creationId xmlns:p14="http://schemas.microsoft.com/office/powerpoint/2010/main" val="280395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4CB3-C45D-DCA4-9C91-948AA208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102615"/>
            <a:ext cx="10523336" cy="498475"/>
          </a:xfrm>
        </p:spPr>
        <p:txBody>
          <a:bodyPr/>
          <a:lstStyle/>
          <a:p>
            <a:r>
              <a:rPr lang="en-US" dirty="0"/>
              <a:t>Concept 04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7CB77F-BE18-8BA2-594E-F9113F381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58" t="48264" r="57808" b="44227"/>
          <a:stretch/>
        </p:blipFill>
        <p:spPr>
          <a:xfrm>
            <a:off x="1617853" y="2566084"/>
            <a:ext cx="531223" cy="315722"/>
          </a:xfrm>
          <a:prstGeom prst="ellipse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810A47-3C2D-51FB-3ADD-D9C9E73B7869}"/>
              </a:ext>
            </a:extLst>
          </p:cNvPr>
          <p:cNvSpPr txBox="1"/>
          <p:nvPr/>
        </p:nvSpPr>
        <p:spPr>
          <a:xfrm>
            <a:off x="713232" y="787108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Existing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A0D363-0DF5-B6F2-AD2E-F12ED0388FF8}"/>
              </a:ext>
            </a:extLst>
          </p:cNvPr>
          <p:cNvSpPr txBox="1"/>
          <p:nvPr/>
        </p:nvSpPr>
        <p:spPr>
          <a:xfrm>
            <a:off x="7401897" y="78710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Proposed Concept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9B076F-CB2B-229D-E1E3-3ABF994CF281}"/>
              </a:ext>
            </a:extLst>
          </p:cNvPr>
          <p:cNvCxnSpPr>
            <a:cxnSpLocks/>
          </p:cNvCxnSpPr>
          <p:nvPr/>
        </p:nvCxnSpPr>
        <p:spPr>
          <a:xfrm>
            <a:off x="5744622" y="2566084"/>
            <a:ext cx="554579" cy="0"/>
          </a:xfrm>
          <a:prstGeom prst="straightConnector1">
            <a:avLst/>
          </a:prstGeom>
          <a:ln w="5715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2C822929-E1E0-03EB-8221-C0B2207A93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67" t="20124" r="27129" b="25926"/>
          <a:stretch/>
        </p:blipFill>
        <p:spPr>
          <a:xfrm>
            <a:off x="6314356" y="3709084"/>
            <a:ext cx="3415927" cy="228600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4ECC5612-A55B-E116-0FA2-BAC00BE6C7ED}"/>
              </a:ext>
            </a:extLst>
          </p:cNvPr>
          <p:cNvGrpSpPr/>
          <p:nvPr/>
        </p:nvGrpSpPr>
        <p:grpSpPr>
          <a:xfrm>
            <a:off x="6312946" y="1332747"/>
            <a:ext cx="3417337" cy="2286000"/>
            <a:chOff x="6312946" y="1332747"/>
            <a:chExt cx="3417337" cy="228600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65EE191-9D5A-17A7-9C7F-7C711C22E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6945" t="11527" r="22014" b="5911"/>
            <a:stretch/>
          </p:blipFill>
          <p:spPr>
            <a:xfrm>
              <a:off x="6312946" y="1332747"/>
              <a:ext cx="3417337" cy="22860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DF1BC00-864F-1C77-4381-C3E291F34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614" t="55350" r="56508" b="29553"/>
            <a:stretch/>
          </p:blipFill>
          <p:spPr>
            <a:xfrm>
              <a:off x="7689124" y="2729709"/>
              <a:ext cx="664979" cy="418013"/>
            </a:xfrm>
            <a:prstGeom prst="ellipse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3A103F9E-8B3F-9C2B-C383-298DD1D2D7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553" t="18343" r="16778" b="15683"/>
          <a:stretch/>
        </p:blipFill>
        <p:spPr>
          <a:xfrm>
            <a:off x="273095" y="3709084"/>
            <a:ext cx="3561087" cy="22860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471FE01A-931E-6796-4E91-77B806A0FCBC}"/>
              </a:ext>
            </a:extLst>
          </p:cNvPr>
          <p:cNvGrpSpPr/>
          <p:nvPr/>
        </p:nvGrpSpPr>
        <p:grpSpPr>
          <a:xfrm>
            <a:off x="331929" y="1340562"/>
            <a:ext cx="5402467" cy="2286000"/>
            <a:chOff x="331929" y="1340562"/>
            <a:chExt cx="5402467" cy="2286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C3EE19D-58C0-864B-C5C0-5141339E7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5492" y="1793869"/>
              <a:ext cx="1878904" cy="109728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8AFECE0-CEA2-BA34-FB54-EF034605D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1749" t="20751" r="17330" b="15174"/>
            <a:stretch/>
          </p:blipFill>
          <p:spPr>
            <a:xfrm>
              <a:off x="331929" y="1340562"/>
              <a:ext cx="3578374" cy="2286000"/>
            </a:xfrm>
            <a:prstGeom prst="rect">
              <a:avLst/>
            </a:prstGeom>
          </p:spPr>
        </p:pic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1ADA7113-0D18-85B9-DAEF-B31493B248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2495" y="2036287"/>
            <a:ext cx="1828800" cy="74026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0DF155A-01DD-7077-8699-E8DEDC352139}"/>
              </a:ext>
            </a:extLst>
          </p:cNvPr>
          <p:cNvSpPr txBox="1"/>
          <p:nvPr/>
        </p:nvSpPr>
        <p:spPr>
          <a:xfrm>
            <a:off x="10261600" y="31477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6” ECG cable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D7F2FC-5031-743E-16E0-D5112E6F82A5}"/>
              </a:ext>
            </a:extLst>
          </p:cNvPr>
          <p:cNvSpPr txBox="1"/>
          <p:nvPr/>
        </p:nvSpPr>
        <p:spPr>
          <a:xfrm>
            <a:off x="4151936" y="3059668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20” ECG cable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0CF1A1-3CB6-D4B2-5882-40B6801C0B8E}"/>
              </a:ext>
            </a:extLst>
          </p:cNvPr>
          <p:cNvSpPr txBox="1"/>
          <p:nvPr/>
        </p:nvSpPr>
        <p:spPr>
          <a:xfrm>
            <a:off x="4662779" y="570291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Patch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B34795B-FDAF-231E-E9B2-92C54E63CE9B}"/>
              </a:ext>
            </a:extLst>
          </p:cNvPr>
          <p:cNvCxnSpPr>
            <a:cxnSpLocks/>
            <a:stCxn id="47" idx="1"/>
          </p:cNvCxnSpPr>
          <p:nvPr/>
        </p:nvCxnSpPr>
        <p:spPr>
          <a:xfrm flipH="1" flipV="1">
            <a:off x="3623733" y="5003800"/>
            <a:ext cx="1039046" cy="883778"/>
          </a:xfrm>
          <a:prstGeom prst="straightConnector1">
            <a:avLst/>
          </a:prstGeom>
          <a:ln w="1905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8F471FB-62F5-F5DB-431A-9E21CD8BA7AD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5437350" y="5024663"/>
            <a:ext cx="2504383" cy="862915"/>
          </a:xfrm>
          <a:prstGeom prst="straightConnector1">
            <a:avLst/>
          </a:prstGeom>
          <a:ln w="1905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71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8227-CA2A-479F-ABAD-38636705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24" y="79466"/>
            <a:ext cx="10523336" cy="498475"/>
          </a:xfrm>
        </p:spPr>
        <p:txBody>
          <a:bodyPr/>
          <a:lstStyle/>
          <a:p>
            <a:r>
              <a:rPr lang="en-US" dirty="0"/>
              <a:t>Decision Matrix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B7F5EE7-7AD3-173E-1436-74024570F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" y="586740"/>
            <a:ext cx="11940540" cy="568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861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heme/theme1.xml><?xml version="1.0" encoding="utf-8"?>
<a:theme xmlns:a="http://schemas.openxmlformats.org/drawingml/2006/main" name="HON_Honeywell PPT Template 16X9_V43 potx (1)">
  <a:themeElements>
    <a:clrScheme name="Custom 5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_V46_Jan2018.potx" id="{C8769796-DCDD-4774-BE70-20EDEF225369}" vid="{0EFE34AB-2C09-42DF-B945-FCF7B4A9E9CB}"/>
    </a:ext>
  </a:extLst>
</a:theme>
</file>

<file path=ppt/theme/theme2.xml><?xml version="1.0" encoding="utf-8"?>
<a:theme xmlns:a="http://schemas.openxmlformats.org/drawingml/2006/main" name="Honeywell Single Image Cover">
  <a:themeElements>
    <a:clrScheme name="Custom 5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_V46_Jan2018.potx" id="{C8769796-DCDD-4774-BE70-20EDEF225369}" vid="{CCE48C4B-E8F3-4CBA-AECE-13944A43F4A5}"/>
    </a:ext>
  </a:extLst>
</a:theme>
</file>

<file path=ppt/theme/theme3.xml><?xml version="1.0" encoding="utf-8"?>
<a:theme xmlns:a="http://schemas.openxmlformats.org/drawingml/2006/main" name="Honeywell Theme">
  <a:themeElements>
    <a:clrScheme name="PMT Theme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_V46_Jan2018.potx" id="{C8769796-DCDD-4774-BE70-20EDEF225369}" vid="{A7DE9D1F-A1B6-42C2-890D-61B5B722790B}"/>
    </a:ext>
  </a:extLst>
</a:theme>
</file>

<file path=ppt/theme/theme4.xml><?xml version="1.0" encoding="utf-8"?>
<a:theme xmlns:a="http://schemas.openxmlformats.org/drawingml/2006/main" name="2_Honeywell Theme">
  <a:themeElements>
    <a:clrScheme name="Honeywell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_V46_Jan2018.potx" id="{C8769796-DCDD-4774-BE70-20EDEF225369}" vid="{1612C802-17B7-4A21-BB34-3BBB68032436}"/>
    </a:ext>
  </a:extLst>
</a:theme>
</file>

<file path=ppt/theme/theme5.xml><?xml version="1.0" encoding="utf-8"?>
<a:theme xmlns:a="http://schemas.openxmlformats.org/drawingml/2006/main" name="3_Honeywell Theme">
  <a:themeElements>
    <a:clrScheme name="Custom 7">
      <a:dk1>
        <a:srgbClr val="707070"/>
      </a:dk1>
      <a:lt1>
        <a:srgbClr val="FFFFFF"/>
      </a:lt1>
      <a:dk2>
        <a:srgbClr val="E1261C"/>
      </a:dk2>
      <a:lt2>
        <a:srgbClr val="000000"/>
      </a:lt2>
      <a:accent1>
        <a:srgbClr val="FFC627"/>
      </a:accent1>
      <a:accent2>
        <a:srgbClr val="F37021"/>
      </a:accent2>
      <a:accent3>
        <a:srgbClr val="1792E5"/>
      </a:accent3>
      <a:accent4>
        <a:srgbClr val="FFFFFF"/>
      </a:accent4>
      <a:accent5>
        <a:srgbClr val="FFFFFF"/>
      </a:accent5>
      <a:accent6>
        <a:srgbClr val="FFFFFF"/>
      </a:accent6>
      <a:hlink>
        <a:srgbClr val="00B0F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" id="{C42472D5-BEC0-4916-9C24-1870CEA876B1}" vid="{A6739C69-AEDA-4E79-B7C9-D7F7D10ED691}"/>
    </a:ext>
  </a:extLst>
</a:theme>
</file>

<file path=ppt/theme/theme6.xml><?xml version="1.0" encoding="utf-8"?>
<a:theme xmlns:a="http://schemas.openxmlformats.org/drawingml/2006/main" name="1_Honeywell Theme">
  <a:themeElements>
    <a:clrScheme name="PMT Theme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_V46_Jan2018.potx" id="{C8769796-DCDD-4774-BE70-20EDEF225369}" vid="{A7DE9D1F-A1B6-42C2-890D-61B5B722790B}"/>
    </a:ext>
  </a:extLst>
</a:theme>
</file>

<file path=ppt/theme/theme7.xml><?xml version="1.0" encoding="utf-8"?>
<a:theme xmlns:a="http://schemas.openxmlformats.org/drawingml/2006/main" name="4_Honeywell Theme">
  <a:themeElements>
    <a:clrScheme name="Honeywell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_V46_Jan2018.potx" id="{C8769796-DCDD-4774-BE70-20EDEF225369}" vid="{1612C802-17B7-4A21-BB34-3BBB68032436}"/>
    </a:ext>
  </a:extLst>
</a:theme>
</file>

<file path=ppt/theme/theme8.xml><?xml version="1.0" encoding="utf-8"?>
<a:theme xmlns:a="http://schemas.openxmlformats.org/drawingml/2006/main" name="5_Honeywell Theme">
  <a:themeElements>
    <a:clrScheme name="Custom 14">
      <a:dk1>
        <a:srgbClr val="707070"/>
      </a:dk1>
      <a:lt1>
        <a:srgbClr val="FFFFFF"/>
      </a:lt1>
      <a:dk2>
        <a:srgbClr val="E1261C"/>
      </a:dk2>
      <a:lt2>
        <a:srgbClr val="000000"/>
      </a:lt2>
      <a:accent1>
        <a:srgbClr val="FFC627"/>
      </a:accent1>
      <a:accent2>
        <a:srgbClr val="F37021"/>
      </a:accent2>
      <a:accent3>
        <a:srgbClr val="1792E5"/>
      </a:accent3>
      <a:accent4>
        <a:srgbClr val="FFFFFF"/>
      </a:accent4>
      <a:accent5>
        <a:srgbClr val="FFFFFF"/>
      </a:accent5>
      <a:accent6>
        <a:srgbClr val="FFFFFF"/>
      </a:accent6>
      <a:hlink>
        <a:srgbClr val="FF000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" id="{C42472D5-BEC0-4916-9C24-1870CEA876B1}" vid="{A6739C69-AEDA-4E79-B7C9-D7F7D10ED691}"/>
    </a:ext>
  </a:extLst>
</a:theme>
</file>

<file path=ppt/theme/theme9.xml><?xml version="1.0" encoding="utf-8"?>
<a:theme xmlns:a="http://schemas.openxmlformats.org/drawingml/2006/main" name="6_Honeywell Theme">
  <a:themeElements>
    <a:clrScheme name="Custom 9">
      <a:dk1>
        <a:srgbClr val="707070"/>
      </a:dk1>
      <a:lt1>
        <a:srgbClr val="FFFFFF"/>
      </a:lt1>
      <a:dk2>
        <a:srgbClr val="E1261C"/>
      </a:dk2>
      <a:lt2>
        <a:srgbClr val="000000"/>
      </a:lt2>
      <a:accent1>
        <a:srgbClr val="FFC627"/>
      </a:accent1>
      <a:accent2>
        <a:srgbClr val="F37021"/>
      </a:accent2>
      <a:accent3>
        <a:srgbClr val="1792E5"/>
      </a:accent3>
      <a:accent4>
        <a:srgbClr val="FFFFFF"/>
      </a:accent4>
      <a:accent5>
        <a:srgbClr val="FFFFFF"/>
      </a:accent5>
      <a:accent6>
        <a:srgbClr val="FFFFFF"/>
      </a:accent6>
      <a:hlink>
        <a:srgbClr val="00B0F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 PPT Template_16x9" id="{C42472D5-BEC0-4916-9C24-1870CEA876B1}" vid="{A6739C69-AEDA-4E79-B7C9-D7F7D10ED691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45dfcea-f72d-4267-851d-7ea1bd0f5af2">
      <UserInfo>
        <DisplayName>R, Ranjith</DisplayName>
        <AccountId>53</AccountId>
        <AccountType/>
      </UserInfo>
      <UserInfo>
        <DisplayName>BG, Abhishek</DisplayName>
        <AccountId>69</AccountId>
        <AccountType/>
      </UserInfo>
    </SharedWithUsers>
    <TaxCatchAll xmlns="213af126-92eb-4bb5-8bfd-1661103a2928" xsi:nil="true"/>
    <lcf76f155ced4ddcb4097134ff3c332f xmlns="212195d3-613c-4a44-91d9-ac42eac57cb9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BA971E34033F4AA7025BE88BA4BE7B" ma:contentTypeVersion="20" ma:contentTypeDescription="Create a new document." ma:contentTypeScope="" ma:versionID="3a1b36f311d16156b5df7e2dbb9110b8">
  <xsd:schema xmlns:xsd="http://www.w3.org/2001/XMLSchema" xmlns:xs="http://www.w3.org/2001/XMLSchema" xmlns:p="http://schemas.microsoft.com/office/2006/metadata/properties" xmlns:ns1="http://schemas.microsoft.com/sharepoint/v3" xmlns:ns2="212195d3-613c-4a44-91d9-ac42eac57cb9" xmlns:ns3="d45dfcea-f72d-4267-851d-7ea1bd0f5af2" xmlns:ns4="213af126-92eb-4bb5-8bfd-1661103a2928" targetNamespace="http://schemas.microsoft.com/office/2006/metadata/properties" ma:root="true" ma:fieldsID="c3daead2383615748aeb09d9553d4e04" ns1:_="" ns2:_="" ns3:_="" ns4:_="">
    <xsd:import namespace="http://schemas.microsoft.com/sharepoint/v3"/>
    <xsd:import namespace="212195d3-613c-4a44-91d9-ac42eac57cb9"/>
    <xsd:import namespace="d45dfcea-f72d-4267-851d-7ea1bd0f5af2"/>
    <xsd:import namespace="213af126-92eb-4bb5-8bfd-1661103a29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2195d3-613c-4a44-91d9-ac42eac57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8bc46713-8fa2-488a-ac8b-ad618560c9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dfcea-f72d-4267-851d-7ea1bd0f5af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f126-92eb-4bb5-8bfd-1661103a2928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fd4cdf22-5fc7-4945-9e7a-ed25fb7b546a}" ma:internalName="TaxCatchAll" ma:showField="CatchAllData" ma:web="d45dfcea-f72d-4267-851d-7ea1bd0f5a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3FB1CA-469E-4324-9C07-766BF09E0FD9}">
  <ds:schemaRefs>
    <ds:schemaRef ds:uri="http://www.w3.org/XML/1998/namespace"/>
    <ds:schemaRef ds:uri="http://purl.org/dc/elements/1.1/"/>
    <ds:schemaRef ds:uri="http://purl.org/dc/dcmitype/"/>
    <ds:schemaRef ds:uri="213af126-92eb-4bb5-8bfd-1661103a2928"/>
    <ds:schemaRef ds:uri="http://purl.org/dc/terms/"/>
    <ds:schemaRef ds:uri="212195d3-613c-4a44-91d9-ac42eac57cb9"/>
    <ds:schemaRef ds:uri="http://schemas.microsoft.com/office/2006/documentManagement/types"/>
    <ds:schemaRef ds:uri="http://schemas.openxmlformats.org/package/2006/metadata/core-properties"/>
    <ds:schemaRef ds:uri="d45dfcea-f72d-4267-851d-7ea1bd0f5af2"/>
    <ds:schemaRef ds:uri="http://schemas.microsoft.com/office/infopath/2007/PartnerControls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87105F4-237A-4738-8B6B-D7E7C2E2A2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2195d3-613c-4a44-91d9-ac42eac57cb9"/>
    <ds:schemaRef ds:uri="d45dfcea-f72d-4267-851d-7ea1bd0f5af2"/>
    <ds:schemaRef ds:uri="213af126-92eb-4bb5-8bfd-1661103a29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3DC041-C6C9-42D0-B4DB-AF610B0FD87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HON_Honeywell PPT Template 16X9_V43 potx (1)</Template>
  <TotalTime>16292</TotalTime>
  <Words>323</Words>
  <Application>Microsoft Office PowerPoint</Application>
  <PresentationFormat>Widescreen</PresentationFormat>
  <Paragraphs>41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Arial</vt:lpstr>
      <vt:lpstr>Calibri</vt:lpstr>
      <vt:lpstr>Courier New</vt:lpstr>
      <vt:lpstr>Helvetica 55 Roman</vt:lpstr>
      <vt:lpstr>Helvetica Neue</vt:lpstr>
      <vt:lpstr>HelveticaNeue BoldCond</vt:lpstr>
      <vt:lpstr>Wingdings</vt:lpstr>
      <vt:lpstr>HON_Honeywell PPT Template 16X9_V43 potx (1)</vt:lpstr>
      <vt:lpstr>Honeywell Single Image Cover</vt:lpstr>
      <vt:lpstr>Honeywell Theme</vt:lpstr>
      <vt:lpstr>2_Honeywell Theme</vt:lpstr>
      <vt:lpstr>3_Honeywell Theme</vt:lpstr>
      <vt:lpstr>1_Honeywell Theme</vt:lpstr>
      <vt:lpstr>4_Honeywell Theme</vt:lpstr>
      <vt:lpstr>5_Honeywell Theme</vt:lpstr>
      <vt:lpstr>6_Honeywell Theme</vt:lpstr>
      <vt:lpstr>think-cell Slide</vt:lpstr>
      <vt:lpstr>Visio</vt:lpstr>
      <vt:lpstr>Wearable Smart Patch Concepts </vt:lpstr>
      <vt:lpstr>Concept 01</vt:lpstr>
      <vt:lpstr>Concept 02</vt:lpstr>
      <vt:lpstr>Concept 03</vt:lpstr>
      <vt:lpstr>Concept 04</vt:lpstr>
      <vt:lpstr>Decision Matrix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Ranjith.Ramachandran@Honeywell.com;Sachindra.Kumar@Honeywell.com</dc:creator>
  <cp:lastModifiedBy>Shrivastava, Shyam</cp:lastModifiedBy>
  <cp:revision>483</cp:revision>
  <cp:lastPrinted>2021-09-04T10:30:14Z</cp:lastPrinted>
  <dcterms:created xsi:type="dcterms:W3CDTF">2018-09-18T11:51:16Z</dcterms:created>
  <dcterms:modified xsi:type="dcterms:W3CDTF">2025-02-26T08:25:29Z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32119aae-57f2-4d7d-a307-88f2055e1be6 </vt:lpwstr>
  </property>
  <property fmtid="{D5CDD505-2E9C-101B-9397-08002B2CF9AE}" pid="3" name="bjSaver">
    <vt:lpwstr>C6yyvslE/cipFLfbT8VtR7D11cRej5tm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policy="bf276872-af07-4968-a71d-1c83e80bd0bf" xmlns="http://www.boldonjames.com/2008/01/sie/i</vt:lpwstr>
  </property>
  <property fmtid="{D5CDD505-2E9C-101B-9397-08002B2CF9AE}" pid="5" name="bjDocumentLabelXML-0">
    <vt:lpwstr>nternal/label"&gt;&lt;element uid="id_protectivemarking_protect" value="" /&gt;&lt;/sisl&gt;</vt:lpwstr>
  </property>
  <property fmtid="{D5CDD505-2E9C-101B-9397-08002B2CF9AE}" pid="6" name="bjDocumentSecurityLabel">
    <vt:lpwstr>Honeywell Internal</vt:lpwstr>
  </property>
  <property fmtid="{D5CDD505-2E9C-101B-9397-08002B2CF9AE}" pid="7" name="BJClassification">
    <vt:lpwstr>Honeywell Internal</vt:lpwstr>
  </property>
  <property fmtid="{D5CDD505-2E9C-101B-9397-08002B2CF9AE}" pid="8" name="MSIP_Label_d546e5e1-5d42-4630-bacd-c69bfdcbd5e8_Enabled">
    <vt:lpwstr>true</vt:lpwstr>
  </property>
  <property fmtid="{D5CDD505-2E9C-101B-9397-08002B2CF9AE}" pid="9" name="MSIP_Label_d546e5e1-5d42-4630-bacd-c69bfdcbd5e8_SetDate">
    <vt:lpwstr>2021-10-27T10:51:14Z</vt:lpwstr>
  </property>
  <property fmtid="{D5CDD505-2E9C-101B-9397-08002B2CF9AE}" pid="10" name="MSIP_Label_d546e5e1-5d42-4630-bacd-c69bfdcbd5e8_Method">
    <vt:lpwstr>Standard</vt:lpwstr>
  </property>
  <property fmtid="{D5CDD505-2E9C-101B-9397-08002B2CF9AE}" pid="11" name="MSIP_Label_d546e5e1-5d42-4630-bacd-c69bfdcbd5e8_Name">
    <vt:lpwstr>d546e5e1-5d42-4630-bacd-c69bfdcbd5e8</vt:lpwstr>
  </property>
  <property fmtid="{D5CDD505-2E9C-101B-9397-08002B2CF9AE}" pid="12" name="MSIP_Label_d546e5e1-5d42-4630-bacd-c69bfdcbd5e8_SiteId">
    <vt:lpwstr>96ece526-9c7d-48b0-8daf-8b93c90a5d18</vt:lpwstr>
  </property>
  <property fmtid="{D5CDD505-2E9C-101B-9397-08002B2CF9AE}" pid="13" name="MSIP_Label_d546e5e1-5d42-4630-bacd-c69bfdcbd5e8_ActionId">
    <vt:lpwstr>07a2e880-0189-4220-a583-5dd186565e0d</vt:lpwstr>
  </property>
  <property fmtid="{D5CDD505-2E9C-101B-9397-08002B2CF9AE}" pid="14" name="MSIP_Label_d546e5e1-5d42-4630-bacd-c69bfdcbd5e8_ContentBits">
    <vt:lpwstr>0</vt:lpwstr>
  </property>
  <property fmtid="{D5CDD505-2E9C-101B-9397-08002B2CF9AE}" pid="15" name="SmartTag">
    <vt:lpwstr>4</vt:lpwstr>
  </property>
  <property fmtid="{D5CDD505-2E9C-101B-9397-08002B2CF9AE}" pid="16" name="MediaServiceImageTags">
    <vt:lpwstr/>
  </property>
  <property fmtid="{D5CDD505-2E9C-101B-9397-08002B2CF9AE}" pid="17" name="ContentTypeId">
    <vt:lpwstr>0x010100C2BA971E34033F4AA7025BE88BA4BE7B</vt:lpwstr>
  </property>
</Properties>
</file>