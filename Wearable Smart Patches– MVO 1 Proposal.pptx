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4"/>
  </p:sldMasterIdLst>
  <p:notesMasterIdLst>
    <p:notesMasterId r:id="rId19"/>
  </p:notesMasterIdLst>
  <p:sldIdLst>
    <p:sldId id="283" r:id="rId5"/>
    <p:sldId id="2145857702" r:id="rId6"/>
    <p:sldId id="2145857712" r:id="rId7"/>
    <p:sldId id="2145857703" r:id="rId8"/>
    <p:sldId id="2145857704" r:id="rId9"/>
    <p:sldId id="2145857705" r:id="rId10"/>
    <p:sldId id="2145857701" r:id="rId11"/>
    <p:sldId id="2145857706" r:id="rId12"/>
    <p:sldId id="2145857707" r:id="rId13"/>
    <p:sldId id="2145857708" r:id="rId14"/>
    <p:sldId id="403" r:id="rId15"/>
    <p:sldId id="2145857710" r:id="rId16"/>
    <p:sldId id="456" r:id="rId17"/>
    <p:sldId id="214585771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66B9BB-A5F2-4853-ACF5-B574D98C63A8}" v="25" dt="2025-09-03T07:25:18.142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vastava, Shyam" userId="5ec9cb0a-1643-4e76-ad11-eae53f7d7c03" providerId="ADAL" clId="{1966B9BB-A5F2-4853-ACF5-B574D98C63A8}"/>
    <pc:docChg chg="undo custSel addSld delSld modSld">
      <pc:chgData name="Shrivastava, Shyam" userId="5ec9cb0a-1643-4e76-ad11-eae53f7d7c03" providerId="ADAL" clId="{1966B9BB-A5F2-4853-ACF5-B574D98C63A8}" dt="2025-09-03T07:25:18.142" v="58"/>
      <pc:docMkLst>
        <pc:docMk/>
      </pc:docMkLst>
      <pc:sldChg chg="add del setBg">
        <pc:chgData name="Shrivastava, Shyam" userId="5ec9cb0a-1643-4e76-ad11-eae53f7d7c03" providerId="ADAL" clId="{1966B9BB-A5F2-4853-ACF5-B574D98C63A8}" dt="2025-09-03T07:12:03.699" v="27" actId="47"/>
        <pc:sldMkLst>
          <pc:docMk/>
          <pc:sldMk cId="1409039195" sldId="283"/>
        </pc:sldMkLst>
      </pc:sldChg>
      <pc:sldChg chg="del">
        <pc:chgData name="Shrivastava, Shyam" userId="5ec9cb0a-1643-4e76-ad11-eae53f7d7c03" providerId="ADAL" clId="{1966B9BB-A5F2-4853-ACF5-B574D98C63A8}" dt="2025-09-03T07:11:06.400" v="11" actId="47"/>
        <pc:sldMkLst>
          <pc:docMk/>
          <pc:sldMk cId="3328833383" sldId="288"/>
        </pc:sldMkLst>
      </pc:sldChg>
      <pc:sldChg chg="add del">
        <pc:chgData name="Shrivastava, Shyam" userId="5ec9cb0a-1643-4e76-ad11-eae53f7d7c03" providerId="ADAL" clId="{1966B9BB-A5F2-4853-ACF5-B574D98C63A8}" dt="2025-09-03T07:14:20.351" v="46"/>
        <pc:sldMkLst>
          <pc:docMk/>
          <pc:sldMk cId="3996261570" sldId="403"/>
        </pc:sldMkLst>
      </pc:sldChg>
      <pc:sldChg chg="addSp delSp modSp add del mod">
        <pc:chgData name="Shrivastava, Shyam" userId="5ec9cb0a-1643-4e76-ad11-eae53f7d7c03" providerId="ADAL" clId="{1966B9BB-A5F2-4853-ACF5-B574D98C63A8}" dt="2025-09-03T07:16:35.853" v="56"/>
        <pc:sldMkLst>
          <pc:docMk/>
          <pc:sldMk cId="229393816" sldId="456"/>
        </pc:sldMkLst>
        <pc:spChg chg="del">
          <ac:chgData name="Shrivastava, Shyam" userId="5ec9cb0a-1643-4e76-ad11-eae53f7d7c03" providerId="ADAL" clId="{1966B9BB-A5F2-4853-ACF5-B574D98C63A8}" dt="2025-09-03T07:10:49.294" v="4" actId="478"/>
          <ac:spMkLst>
            <pc:docMk/>
            <pc:sldMk cId="229393816" sldId="456"/>
            <ac:spMk id="2" creationId="{FBD6BF70-A1BD-4E23-9000-ECBDA76E42CC}"/>
          </ac:spMkLst>
        </pc:spChg>
        <pc:spChg chg="del">
          <ac:chgData name="Shrivastava, Shyam" userId="5ec9cb0a-1643-4e76-ad11-eae53f7d7c03" providerId="ADAL" clId="{1966B9BB-A5F2-4853-ACF5-B574D98C63A8}" dt="2025-09-03T07:10:49.294" v="4" actId="478"/>
          <ac:spMkLst>
            <pc:docMk/>
            <pc:sldMk cId="229393816" sldId="456"/>
            <ac:spMk id="3" creationId="{AEBADA0E-CC4C-7D7C-C0AC-114D3C217C8D}"/>
          </ac:spMkLst>
        </pc:spChg>
        <pc:spChg chg="add mod">
          <ac:chgData name="Shrivastava, Shyam" userId="5ec9cb0a-1643-4e76-ad11-eae53f7d7c03" providerId="ADAL" clId="{1966B9BB-A5F2-4853-ACF5-B574D98C63A8}" dt="2025-09-03T07:10:49.294" v="4" actId="478"/>
          <ac:spMkLst>
            <pc:docMk/>
            <pc:sldMk cId="229393816" sldId="456"/>
            <ac:spMk id="4" creationId="{96062B4D-2A6E-D99E-91D3-5828385F481B}"/>
          </ac:spMkLst>
        </pc:spChg>
        <pc:spChg chg="del">
          <ac:chgData name="Shrivastava, Shyam" userId="5ec9cb0a-1643-4e76-ad11-eae53f7d7c03" providerId="ADAL" clId="{1966B9BB-A5F2-4853-ACF5-B574D98C63A8}" dt="2025-09-03T07:10:49.294" v="4" actId="478"/>
          <ac:spMkLst>
            <pc:docMk/>
            <pc:sldMk cId="229393816" sldId="456"/>
            <ac:spMk id="5" creationId="{01F5EAF9-5DC6-061C-4057-27E7930D3174}"/>
          </ac:spMkLst>
        </pc:spChg>
        <pc:spChg chg="mod">
          <ac:chgData name="Shrivastava, Shyam" userId="5ec9cb0a-1643-4e76-ad11-eae53f7d7c03" providerId="ADAL" clId="{1966B9BB-A5F2-4853-ACF5-B574D98C63A8}" dt="2025-09-03T07:10:55.507" v="8"/>
          <ac:spMkLst>
            <pc:docMk/>
            <pc:sldMk cId="229393816" sldId="456"/>
            <ac:spMk id="7" creationId="{34284286-DBEF-410D-A269-D41B14C4303C}"/>
          </ac:spMkLst>
        </pc:spChg>
        <pc:spChg chg="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9" creationId="{B096AD30-15B9-9D0D-915F-A965C705C4F7}"/>
          </ac:spMkLst>
        </pc:spChg>
        <pc:spChg chg="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15" creationId="{B6208951-31CB-00C2-BACE-1C26AE1E145D}"/>
          </ac:spMkLst>
        </pc:spChg>
        <pc:spChg chg="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16" creationId="{12390290-EC92-F8C1-E6C0-E3361D9525C9}"/>
          </ac:spMkLst>
        </pc:spChg>
        <pc:spChg chg="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18" creationId="{A19D4F7E-6F85-F462-9CFD-6EE51429DB94}"/>
          </ac:spMkLst>
        </pc:spChg>
        <pc:spChg chg="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20" creationId="{10D0D7E9-64B2-EC9C-76BF-0B58B7EB53D1}"/>
          </ac:spMkLst>
        </pc:spChg>
        <pc:spChg chg="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21" creationId="{C0A56BDF-2445-DA89-B772-AC0FF34E2C47}"/>
          </ac:spMkLst>
        </pc:spChg>
        <pc:spChg chg="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23" creationId="{89B7050F-C524-20C6-3B90-387D6EAE0551}"/>
          </ac:spMkLst>
        </pc:spChg>
        <pc:spChg chg="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24" creationId="{5DCAD507-0808-7F90-0D95-4320548726D0}"/>
          </ac:spMkLst>
        </pc:spChg>
        <pc:spChg chg="add 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25" creationId="{34124003-5460-D23A-C363-1EB524035D12}"/>
          </ac:spMkLst>
        </pc:spChg>
        <pc:spChg chg="add mod">
          <ac:chgData name="Shrivastava, Shyam" userId="5ec9cb0a-1643-4e76-ad11-eae53f7d7c03" providerId="ADAL" clId="{1966B9BB-A5F2-4853-ACF5-B574D98C63A8}" dt="2025-09-03T07:10:51.270" v="5"/>
          <ac:spMkLst>
            <pc:docMk/>
            <pc:sldMk cId="229393816" sldId="456"/>
            <ac:spMk id="26" creationId="{47F07B67-CDD3-5A66-774F-E49F89C2D32C}"/>
          </ac:spMkLst>
        </pc:spChg>
        <pc:grpChg chg="del">
          <ac:chgData name="Shrivastava, Shyam" userId="5ec9cb0a-1643-4e76-ad11-eae53f7d7c03" providerId="ADAL" clId="{1966B9BB-A5F2-4853-ACF5-B574D98C63A8}" dt="2025-09-03T07:10:49.294" v="4" actId="478"/>
          <ac:grpSpMkLst>
            <pc:docMk/>
            <pc:sldMk cId="229393816" sldId="456"/>
            <ac:grpSpMk id="6" creationId="{F6B03099-EFC2-4A20-8736-DDD8052D7A74}"/>
          </ac:grpSpMkLst>
        </pc:grpChg>
      </pc:sldChg>
      <pc:sldChg chg="add del">
        <pc:chgData name="Shrivastava, Shyam" userId="5ec9cb0a-1643-4e76-ad11-eae53f7d7c03" providerId="ADAL" clId="{1966B9BB-A5F2-4853-ACF5-B574D98C63A8}" dt="2025-09-03T07:13:39.895" v="42"/>
        <pc:sldMkLst>
          <pc:docMk/>
          <pc:sldMk cId="1140536782" sldId="2145857701"/>
        </pc:sldMkLst>
      </pc:sldChg>
      <pc:sldChg chg="add del">
        <pc:chgData name="Shrivastava, Shyam" userId="5ec9cb0a-1643-4e76-ad11-eae53f7d7c03" providerId="ADAL" clId="{1966B9BB-A5F2-4853-ACF5-B574D98C63A8}" dt="2025-09-03T07:12:08.010" v="29"/>
        <pc:sldMkLst>
          <pc:docMk/>
          <pc:sldMk cId="2988505524" sldId="2145857702"/>
        </pc:sldMkLst>
      </pc:sldChg>
      <pc:sldChg chg="add del">
        <pc:chgData name="Shrivastava, Shyam" userId="5ec9cb0a-1643-4e76-ad11-eae53f7d7c03" providerId="ADAL" clId="{1966B9BB-A5F2-4853-ACF5-B574D98C63A8}" dt="2025-09-03T07:12:40.683" v="34"/>
        <pc:sldMkLst>
          <pc:docMk/>
          <pc:sldMk cId="2099199362" sldId="2145857703"/>
        </pc:sldMkLst>
      </pc:sldChg>
      <pc:sldChg chg="add del">
        <pc:chgData name="Shrivastava, Shyam" userId="5ec9cb0a-1643-4e76-ad11-eae53f7d7c03" providerId="ADAL" clId="{1966B9BB-A5F2-4853-ACF5-B574D98C63A8}" dt="2025-09-03T07:13:21.091" v="40"/>
        <pc:sldMkLst>
          <pc:docMk/>
          <pc:sldMk cId="1725924916" sldId="2145857704"/>
        </pc:sldMkLst>
      </pc:sldChg>
      <pc:sldChg chg="add del">
        <pc:chgData name="Shrivastava, Shyam" userId="5ec9cb0a-1643-4e76-ad11-eae53f7d7c03" providerId="ADAL" clId="{1966B9BB-A5F2-4853-ACF5-B574D98C63A8}" dt="2025-09-03T07:13:29.563" v="41"/>
        <pc:sldMkLst>
          <pc:docMk/>
          <pc:sldMk cId="709838032" sldId="2145857705"/>
        </pc:sldMkLst>
      </pc:sldChg>
      <pc:sldChg chg="add del">
        <pc:chgData name="Shrivastava, Shyam" userId="5ec9cb0a-1643-4e76-ad11-eae53f7d7c03" providerId="ADAL" clId="{1966B9BB-A5F2-4853-ACF5-B574D98C63A8}" dt="2025-09-03T07:13:52.613" v="43"/>
        <pc:sldMkLst>
          <pc:docMk/>
          <pc:sldMk cId="1022410630" sldId="2145857706"/>
        </pc:sldMkLst>
      </pc:sldChg>
      <pc:sldChg chg="add del">
        <pc:chgData name="Shrivastava, Shyam" userId="5ec9cb0a-1643-4e76-ad11-eae53f7d7c03" providerId="ADAL" clId="{1966B9BB-A5F2-4853-ACF5-B574D98C63A8}" dt="2025-09-03T07:14:01.380" v="44"/>
        <pc:sldMkLst>
          <pc:docMk/>
          <pc:sldMk cId="575320574" sldId="2145857707"/>
        </pc:sldMkLst>
      </pc:sldChg>
      <pc:sldChg chg="add del">
        <pc:chgData name="Shrivastava, Shyam" userId="5ec9cb0a-1643-4e76-ad11-eae53f7d7c03" providerId="ADAL" clId="{1966B9BB-A5F2-4853-ACF5-B574D98C63A8}" dt="2025-09-03T07:14:11.270" v="45"/>
        <pc:sldMkLst>
          <pc:docMk/>
          <pc:sldMk cId="3182360963" sldId="2145857708"/>
        </pc:sldMkLst>
      </pc:sldChg>
      <pc:sldChg chg="del">
        <pc:chgData name="Shrivastava, Shyam" userId="5ec9cb0a-1643-4e76-ad11-eae53f7d7c03" providerId="ADAL" clId="{1966B9BB-A5F2-4853-ACF5-B574D98C63A8}" dt="2025-09-03T07:11:32.374" v="16" actId="47"/>
        <pc:sldMkLst>
          <pc:docMk/>
          <pc:sldMk cId="3203308955" sldId="2145857709"/>
        </pc:sldMkLst>
      </pc:sldChg>
      <pc:sldChg chg="add del">
        <pc:chgData name="Shrivastava, Shyam" userId="5ec9cb0a-1643-4e76-ad11-eae53f7d7c03" providerId="ADAL" clId="{1966B9BB-A5F2-4853-ACF5-B574D98C63A8}" dt="2025-09-03T07:14:41.072" v="49" actId="47"/>
        <pc:sldMkLst>
          <pc:docMk/>
          <pc:sldMk cId="493562828" sldId="2145857710"/>
        </pc:sldMkLst>
      </pc:sldChg>
      <pc:sldChg chg="delSp add del setBg delDesignElem">
        <pc:chgData name="Shrivastava, Shyam" userId="5ec9cb0a-1643-4e76-ad11-eae53f7d7c03" providerId="ADAL" clId="{1966B9BB-A5F2-4853-ACF5-B574D98C63A8}" dt="2025-09-03T07:25:18.142" v="58"/>
        <pc:sldMkLst>
          <pc:docMk/>
          <pc:sldMk cId="2035479863" sldId="2145857711"/>
        </pc:sldMkLst>
        <pc:spChg chg="del">
          <ac:chgData name="Shrivastava, Shyam" userId="5ec9cb0a-1643-4e76-ad11-eae53f7d7c03" providerId="ADAL" clId="{1966B9BB-A5F2-4853-ACF5-B574D98C63A8}" dt="2025-09-03T07:25:18.142" v="58"/>
          <ac:spMkLst>
            <pc:docMk/>
            <pc:sldMk cId="2035479863" sldId="2145857711"/>
            <ac:spMk id="24" creationId="{C22D9B36-9BE7-472B-8808-7E0D6810738F}"/>
          </ac:spMkLst>
        </pc:spChg>
        <pc:spChg chg="del">
          <ac:chgData name="Shrivastava, Shyam" userId="5ec9cb0a-1643-4e76-ad11-eae53f7d7c03" providerId="ADAL" clId="{1966B9BB-A5F2-4853-ACF5-B574D98C63A8}" dt="2025-09-03T07:25:18.142" v="58"/>
          <ac:spMkLst>
            <pc:docMk/>
            <pc:sldMk cId="2035479863" sldId="2145857711"/>
            <ac:spMk id="25" creationId="{52C0B2E1-0268-42EC-ABD3-94F81A05BCBD}"/>
          </ac:spMkLst>
        </pc:spChg>
        <pc:spChg chg="del">
          <ac:chgData name="Shrivastava, Shyam" userId="5ec9cb0a-1643-4e76-ad11-eae53f7d7c03" providerId="ADAL" clId="{1966B9BB-A5F2-4853-ACF5-B574D98C63A8}" dt="2025-09-03T07:25:18.142" v="58"/>
          <ac:spMkLst>
            <pc:docMk/>
            <pc:sldMk cId="2035479863" sldId="2145857711"/>
            <ac:spMk id="26" creationId="{7D2256B4-48EA-40FC-BBC0-AA1EE6E0080C}"/>
          </ac:spMkLst>
        </pc:spChg>
        <pc:spChg chg="del">
          <ac:chgData name="Shrivastava, Shyam" userId="5ec9cb0a-1643-4e76-ad11-eae53f7d7c03" providerId="ADAL" clId="{1966B9BB-A5F2-4853-ACF5-B574D98C63A8}" dt="2025-09-03T07:25:18.142" v="58"/>
          <ac:spMkLst>
            <pc:docMk/>
            <pc:sldMk cId="2035479863" sldId="2145857711"/>
            <ac:spMk id="28" creationId="{8C6E698C-8155-4B8B-BDC9-B7299772B509}"/>
          </ac:spMkLst>
        </pc:spChg>
        <pc:spChg chg="del">
          <ac:chgData name="Shrivastava, Shyam" userId="5ec9cb0a-1643-4e76-ad11-eae53f7d7c03" providerId="ADAL" clId="{1966B9BB-A5F2-4853-ACF5-B574D98C63A8}" dt="2025-09-03T07:25:18.142" v="58"/>
          <ac:spMkLst>
            <pc:docMk/>
            <pc:sldMk cId="2035479863" sldId="2145857711"/>
            <ac:spMk id="30" creationId="{8A549DE7-671D-4575-AF43-858FD99981CF}"/>
          </ac:spMkLst>
        </pc:spChg>
        <pc:cxnChg chg="del">
          <ac:chgData name="Shrivastava, Shyam" userId="5ec9cb0a-1643-4e76-ad11-eae53f7d7c03" providerId="ADAL" clId="{1966B9BB-A5F2-4853-ACF5-B574D98C63A8}" dt="2025-09-03T07:25:18.142" v="58"/>
          <ac:cxnSpMkLst>
            <pc:docMk/>
            <pc:sldMk cId="2035479863" sldId="2145857711"/>
            <ac:cxnSpMk id="27" creationId="{3D44BCCA-102D-4A9D-B1E4-2450CAF0B05E}"/>
          </ac:cxnSpMkLst>
        </pc:cxnChg>
        <pc:cxnChg chg="del">
          <ac:chgData name="Shrivastava, Shyam" userId="5ec9cb0a-1643-4e76-ad11-eae53f7d7c03" providerId="ADAL" clId="{1966B9BB-A5F2-4853-ACF5-B574D98C63A8}" dt="2025-09-03T07:25:18.142" v="58"/>
          <ac:cxnSpMkLst>
            <pc:docMk/>
            <pc:sldMk cId="2035479863" sldId="2145857711"/>
            <ac:cxnSpMk id="29" creationId="{09525C9A-1972-4836-BA7A-706C946EF4DA}"/>
          </ac:cxnSpMkLst>
        </pc:cxnChg>
      </pc:sldChg>
      <pc:sldChg chg="add del">
        <pc:chgData name="Shrivastava, Shyam" userId="5ec9cb0a-1643-4e76-ad11-eae53f7d7c03" providerId="ADAL" clId="{1966B9BB-A5F2-4853-ACF5-B574D98C63A8}" dt="2025-09-03T07:12:25.815" v="32"/>
        <pc:sldMkLst>
          <pc:docMk/>
          <pc:sldMk cId="1170647447" sldId="2145857712"/>
        </pc:sldMkLst>
      </pc:sldChg>
      <pc:sldChg chg="add del">
        <pc:chgData name="Shrivastava, Shyam" userId="5ec9cb0a-1643-4e76-ad11-eae53f7d7c03" providerId="ADAL" clId="{1966B9BB-A5F2-4853-ACF5-B574D98C63A8}" dt="2025-09-03T07:12:19.875" v="31" actId="47"/>
        <pc:sldMkLst>
          <pc:docMk/>
          <pc:sldMk cId="2799228441" sldId="2145857712"/>
        </pc:sldMkLst>
      </pc:sldChg>
      <pc:sldChg chg="add del">
        <pc:chgData name="Shrivastava, Shyam" userId="5ec9cb0a-1643-4e76-ad11-eae53f7d7c03" providerId="ADAL" clId="{1966B9BB-A5F2-4853-ACF5-B574D98C63A8}" dt="2025-09-03T07:16:18.286" v="54" actId="47"/>
        <pc:sldMkLst>
          <pc:docMk/>
          <pc:sldMk cId="1627230690" sldId="2145857713"/>
        </pc:sldMkLst>
      </pc:sldChg>
      <pc:sldChg chg="add del">
        <pc:chgData name="Shrivastava, Shyam" userId="5ec9cb0a-1643-4e76-ad11-eae53f7d7c03" providerId="ADAL" clId="{1966B9BB-A5F2-4853-ACF5-B574D98C63A8}" dt="2025-09-03T07:11:22.781" v="13" actId="47"/>
        <pc:sldMkLst>
          <pc:docMk/>
          <pc:sldMk cId="2910243157" sldId="2145857713"/>
        </pc:sldMkLst>
      </pc:sldChg>
      <pc:sldChg chg="add del">
        <pc:chgData name="Shrivastava, Shyam" userId="5ec9cb0a-1643-4e76-ad11-eae53f7d7c03" providerId="ADAL" clId="{1966B9BB-A5F2-4853-ACF5-B574D98C63A8}" dt="2025-09-03T07:13:13.277" v="39" actId="47"/>
        <pc:sldMkLst>
          <pc:docMk/>
          <pc:sldMk cId="3129617252" sldId="2145857713"/>
        </pc:sldMkLst>
      </pc:sldChg>
      <pc:sldChg chg="add del">
        <pc:chgData name="Shrivastava, Shyam" userId="5ec9cb0a-1643-4e76-ad11-eae53f7d7c03" providerId="ADAL" clId="{1966B9BB-A5F2-4853-ACF5-B574D98C63A8}" dt="2025-09-03T07:12:52.446" v="36" actId="47"/>
        <pc:sldMkLst>
          <pc:docMk/>
          <pc:sldMk cId="843156614" sldId="2145857714"/>
        </pc:sldMkLst>
      </pc:sldChg>
      <pc:sldChg chg="add del">
        <pc:chgData name="Shrivastava, Shyam" userId="5ec9cb0a-1643-4e76-ad11-eae53f7d7c03" providerId="ADAL" clId="{1966B9BB-A5F2-4853-ACF5-B574D98C63A8}" dt="2025-09-03T07:16:21.799" v="55" actId="47"/>
        <pc:sldMkLst>
          <pc:docMk/>
          <pc:sldMk cId="4023599196" sldId="21458577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956C8-50B2-4C19-B35E-A8422E12D07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37B5B-002B-4FD4-BD49-4581C3020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3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6E44F-BCC2-4E91-B4EB-DBF0D8E8C1C3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2450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CA0A4-289F-4D5B-B12A-C25FE1B63903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79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A6E2E-53D7-4C1A-A2A2-F424604E1D19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7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A534-C062-4589-AED8-B8852C7A0888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34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9386-F535-43D9-ADB6-20A3B1073ACA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02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9708B-CC07-4414-A3E6-95C76AB8D7E6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5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AED2-9474-45D0-B1E8-8B36095DC353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8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E352-2689-4C21-A101-4ED62EA75134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Impact By Honeywell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7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FBF1C46-811A-4350-8755-2229EAF9CC72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Impact By Honeywell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42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0996-CBEB-4231-BCCA-284040BA248E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36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3AB8-9336-4D90-B441-CB475C177FCC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2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76DF-1F7C-4F8D-BBFF-4E37BCF3622B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18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538A-4A54-4A25-9BD2-E79855D6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7C14D-9EED-4F3B-9141-0F288291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08997-B423-407B-B60D-8D5DFC37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3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063CA00-E518-46E8-876F-F3FA50474B2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Impact By Honeywell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2CDE253-AFF3-4CCA-8E10-602A4B0C498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19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B26EC3-67F2-46AF-A30D-D6DD33B0D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07" y="943953"/>
            <a:ext cx="9755187" cy="3060345"/>
          </a:xfrm>
        </p:spPr>
        <p:txBody>
          <a:bodyPr>
            <a:normAutofit/>
          </a:bodyPr>
          <a:lstStyle/>
          <a:p>
            <a:pPr algn="ctr"/>
            <a:r>
              <a:rPr lang="en-US" sz="7200" b="1">
                <a:ea typeface="+mn-ea"/>
                <a:cs typeface="+mn-cs"/>
              </a:rPr>
              <a:t>Wearable Smart Patches– MVO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8E83D-5A08-4051-985F-A79BA0198E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75" y="476926"/>
            <a:ext cx="1798320" cy="5568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728539-C47E-86C8-6B56-425E4516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EB9D6-AF69-AAA6-EBB4-C7122165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3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6045-CD0F-9253-AE37-182B5B61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956A-67C9-EF4D-C704-DE5CE9AFB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822804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Requirement and Business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Scope Exclusion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Assumptions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Deliverables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Roles and Responsibilities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Risk/Open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Commercials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Development And Delivery Timeline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EA3F7-C07D-42FF-7612-4639BB5E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0CBD1-FACB-24EA-EA0E-A9B32B20A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2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709D58B-F8EA-C422-92D1-920A28BAA495}"/>
              </a:ext>
            </a:extLst>
          </p:cNvPr>
          <p:cNvSpPr txBox="1">
            <a:spLocks/>
          </p:cNvSpPr>
          <p:nvPr/>
        </p:nvSpPr>
        <p:spPr>
          <a:xfrm>
            <a:off x="6329828" y="1845734"/>
            <a:ext cx="4822804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10"/>
            </a:pPr>
            <a:r>
              <a:rPr lang="en-US" dirty="0"/>
              <a:t>Planned MVOs to follow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50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8B74-4D9A-42C4-0656-99605161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Business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FF243-D96D-C7B7-5D5A-6D1AE8BD3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Narayana </a:t>
            </a:r>
            <a:r>
              <a:rPr lang="en-US" sz="1400" dirty="0" err="1"/>
              <a:t>Hrudyalaya</a:t>
            </a:r>
            <a:r>
              <a:rPr lang="en-US" sz="1400" dirty="0"/>
              <a:t> [NH] has approached Honeywell [HON] to develop together a portable/Health monitoring device with following KPIs: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dirty="0"/>
              <a:t>Continuous monitoring of Vitals at regular Intervals: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050" dirty="0"/>
              <a:t>Skin Temperature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050" dirty="0"/>
              <a:t>Body Posture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050" dirty="0"/>
              <a:t>ECG Data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050" dirty="0"/>
              <a:t>Respiration Rate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dirty="0"/>
              <a:t>Periodic transmission of the acquired Data to </a:t>
            </a:r>
            <a:r>
              <a:rPr lang="en-US" sz="1200" dirty="0" err="1"/>
              <a:t>Athma</a:t>
            </a:r>
            <a:r>
              <a:rPr lang="en-US" sz="1200" dirty="0"/>
              <a:t> Endpoint Via  a DB server that can hold data for 3 days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/>
              <a:t>A battery operated reusable device that can be recharged and be prepared again for use after the operations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/>
              <a:t>It has been mutually agreed over a series of discussions that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dirty="0"/>
              <a:t>NH shall extend their clinical support in verifying and validating data. NH shall test the device on their patients and share reports and feedback 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dirty="0"/>
              <a:t>NH shall Integrate an API interface to receive data from HN designed Server Hosted on NH Premise 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dirty="0"/>
              <a:t>NH to write Logic for calculating Risk scores and creating Reports/notifications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dirty="0"/>
              <a:t>HON to design device and release 3 consecutive MVOs based on features . Each MVO to follow after the first has been successfully Validated and  after a Techno commercial agreement for the next one is in place.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dirty="0"/>
              <a:t>HON to share all API communication details between Device and Server , and Server and NH Endpoint.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1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0C823-A2FC-0C41-B58D-BAB073F6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0D77F-A3E3-68F2-0B36-F0C8948A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47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1F56-867B-D3C2-C705-067C1047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Exclusion [HON]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B817-F784-27D0-50AC-6F6752D4D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Risk Score Calculation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Report Generation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Interpretation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Validation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Medical Device Certification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Server and DB maintenance. [Source Code will be provided after development]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Any other activity that is not related to Hardware / Firmware  development specifically related to the “Smart Patch” device.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Consumable parts like adhesives and electrodes.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B9353-A7A5-7419-A5A0-7291D190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2D26C-3611-1FEB-B2C8-F430BA09C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9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D91F-414E-8848-1B8C-4DB02FBE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5DE40-1672-4E15-26E7-4502EC79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200" dirty="0"/>
              <a:t>Device assumes a healthy RSSI level to be present on areas of Intallation</a:t>
            </a:r>
          </a:p>
          <a:p>
            <a:pPr marL="749808" lvl="1" indent="-457200">
              <a:buFont typeface="Wingdings" panose="05000000000000000000" pitchFamily="2" charset="2"/>
              <a:buChar char="Ø"/>
            </a:pPr>
            <a:r>
              <a:rPr lang="en-US" sz="1200" dirty="0"/>
              <a:t>Expected(-30 dBm to -67 dBm): A strong signal that supports high data rates and performance. </a:t>
            </a:r>
          </a:p>
          <a:p>
            <a:pPr marL="749808" lvl="1" indent="-457200">
              <a:buFont typeface="Wingdings" panose="05000000000000000000" pitchFamily="2" charset="2"/>
              <a:buChar char="Ø"/>
            </a:pPr>
            <a:r>
              <a:rPr lang="en-US" sz="1200" dirty="0"/>
              <a:t>Poor(-67 dBm to -85 dBm): Device may face intermittent connection impacting  performance with non reliable data.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400" dirty="0"/>
              <a:t>Devices are authenticated on the NH network being used and required ports are allowed for communication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400" dirty="0"/>
              <a:t>After training , NH team takes care of timely Firmware updates of the devices as and when required. HON team to support remotely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400" dirty="0"/>
              <a:t>NH team to maintain Server and data base after proper KT and handover of source code by HON team.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400" dirty="0"/>
              <a:t>Nursing staffs do a regular battery charging as per a predefined schedule  and monitor LED status for error notifications.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400" dirty="0"/>
              <a:t>Nursing staffs are trained professionals and are specialized in placing/Installing the ECG electrodes.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400" dirty="0"/>
              <a:t>ECG –USB Cable provided is used only with the device [Smart Patch].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400" dirty="0"/>
              <a:t>Enclosure may show color/other Visual impact due to UV exposure over time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400" dirty="0"/>
              <a:t>Not recommended to be used on Patients with  Pace makers and other similar implants. Need to verify the same from NH.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1CD4A-9E7D-BC3B-24F1-7AECDB9BA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1F448-90A5-7785-0EB2-F7C61611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2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E9BD7-1B60-E385-33C3-A0361424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0525-E157-0928-8A6E-0DA16628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 box shall contain: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Smart patch device 1 unit.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1 ECG-USB Cable.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Double sided adhesive tapes for trial.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User manual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USB Type-C Charger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 in-house developed utility to check Device data and Plot ECG  waveform[Not part of the development Project , developed only for developer testing], shared digitally.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C0C35-493F-D8BB-A0A0-328995CC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8C5D2-DD67-4DE5-A263-70ACE59C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3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00638042-3E8C-9128-5416-9B2F7DFF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and Responsibilities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DDEA2C-23E1-49BF-BD5A-748331DD1CB1}"/>
              </a:ext>
            </a:extLst>
          </p:cNvPr>
          <p:cNvGrpSpPr/>
          <p:nvPr/>
        </p:nvGrpSpPr>
        <p:grpSpPr>
          <a:xfrm>
            <a:off x="1857020" y="1705593"/>
            <a:ext cx="8477962" cy="4524383"/>
            <a:chOff x="4209988" y="1600590"/>
            <a:chExt cx="7828321" cy="4177694"/>
          </a:xfrm>
        </p:grpSpPr>
        <p:sp>
          <p:nvSpPr>
            <p:cNvPr id="5" name="Arrow: Pentagon 35">
              <a:extLst>
                <a:ext uri="{FF2B5EF4-FFF2-40B4-BE49-F238E27FC236}">
                  <a16:creationId xmlns:a16="http://schemas.microsoft.com/office/drawing/2014/main" id="{ED7B6F22-403C-42D9-B1DF-0BF37ADA1EC4}"/>
                </a:ext>
              </a:extLst>
            </p:cNvPr>
            <p:cNvSpPr/>
            <p:nvPr/>
          </p:nvSpPr>
          <p:spPr>
            <a:xfrm>
              <a:off x="4322309" y="1600590"/>
              <a:ext cx="3633359" cy="598412"/>
            </a:xfrm>
            <a:prstGeom prst="round2Same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49" dirty="0">
                <a:solidFill>
                  <a:srgbClr val="282828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B70D0A-0F5B-48B2-AC91-2F22BC9943E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48898" y="1751854"/>
              <a:ext cx="3244807" cy="295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spAutoFit/>
            </a:bodyPr>
            <a:lstStyle/>
            <a:p>
              <a:pPr defTabSz="685008"/>
              <a:r>
                <a:rPr lang="en-US" sz="2041" b="1" kern="0" spc="29" dirty="0">
                  <a:ln w="13500">
                    <a:noFill/>
                    <a:prstDash val="solid"/>
                  </a:ln>
                  <a:solidFill>
                    <a:schemeClr val="accent1"/>
                  </a:solidFill>
                  <a:ea typeface="ＭＳ Ｐゴシック" pitchFamily="34" charset="-128"/>
                  <a:cs typeface="Arial" panose="020B0604020202020204" pitchFamily="34" charset="0"/>
                </a:rPr>
                <a:t>Honeywell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50EBD6-0C86-4140-B7ED-481460A9AAEB}"/>
                </a:ext>
              </a:extLst>
            </p:cNvPr>
            <p:cNvGrpSpPr/>
            <p:nvPr/>
          </p:nvGrpSpPr>
          <p:grpSpPr>
            <a:xfrm>
              <a:off x="7102581" y="1661639"/>
              <a:ext cx="610900" cy="456048"/>
              <a:chOff x="6805929" y="3047065"/>
              <a:chExt cx="610900" cy="456048"/>
            </a:xfrm>
            <a:solidFill>
              <a:schemeClr val="accent1"/>
            </a:solidFill>
          </p:grpSpPr>
          <p:sp>
            <p:nvSpPr>
              <p:cNvPr id="17" name="Freeform 54">
                <a:extLst>
                  <a:ext uri="{FF2B5EF4-FFF2-40B4-BE49-F238E27FC236}">
                    <a16:creationId xmlns:a16="http://schemas.microsoft.com/office/drawing/2014/main" id="{50E0A86F-3375-481C-A27A-EF39E6E67ADF}"/>
                  </a:ext>
                </a:extLst>
              </p:cNvPr>
              <p:cNvSpPr/>
              <p:nvPr/>
            </p:nvSpPr>
            <p:spPr>
              <a:xfrm>
                <a:off x="6805929" y="3275159"/>
                <a:ext cx="610900" cy="227954"/>
              </a:xfrm>
              <a:custGeom>
                <a:avLst/>
                <a:gdLst>
                  <a:gd name="connsiteX0" fmla="*/ 2383631 w 3209925"/>
                  <a:gd name="connsiteY0" fmla="*/ 0 h 1197769"/>
                  <a:gd name="connsiteX1" fmla="*/ 2416969 w 3209925"/>
                  <a:gd name="connsiteY1" fmla="*/ 209550 h 1197769"/>
                  <a:gd name="connsiteX2" fmla="*/ 2226469 w 3209925"/>
                  <a:gd name="connsiteY2" fmla="*/ 140494 h 1197769"/>
                  <a:gd name="connsiteX3" fmla="*/ 1979292 w 3209925"/>
                  <a:gd name="connsiteY3" fmla="*/ 269364 h 1197769"/>
                  <a:gd name="connsiteX4" fmla="*/ 2016743 w 3209925"/>
                  <a:gd name="connsiteY4" fmla="*/ 292190 h 1197769"/>
                  <a:gd name="connsiteX5" fmla="*/ 2101062 w 3209925"/>
                  <a:gd name="connsiteY5" fmla="*/ 431006 h 1197769"/>
                  <a:gd name="connsiteX6" fmla="*/ 2062263 w 3209925"/>
                  <a:gd name="connsiteY6" fmla="*/ 527648 h 1197769"/>
                  <a:gd name="connsiteX7" fmla="*/ 2054226 w 3209925"/>
                  <a:gd name="connsiteY7" fmla="*/ 533643 h 1197769"/>
                  <a:gd name="connsiteX8" fmla="*/ 2528887 w 3209925"/>
                  <a:gd name="connsiteY8" fmla="*/ 764382 h 1197769"/>
                  <a:gd name="connsiteX9" fmla="*/ 2681287 w 3209925"/>
                  <a:gd name="connsiteY9" fmla="*/ 631032 h 1197769"/>
                  <a:gd name="connsiteX10" fmla="*/ 3209925 w 3209925"/>
                  <a:gd name="connsiteY10" fmla="*/ 1197769 h 1197769"/>
                  <a:gd name="connsiteX11" fmla="*/ 2202656 w 3209925"/>
                  <a:gd name="connsiteY11" fmla="*/ 1059657 h 1197769"/>
                  <a:gd name="connsiteX12" fmla="*/ 2397919 w 3209925"/>
                  <a:gd name="connsiteY12" fmla="*/ 883444 h 1197769"/>
                  <a:gd name="connsiteX13" fmla="*/ 1908890 w 3209925"/>
                  <a:gd name="connsiteY13" fmla="*/ 626303 h 1197769"/>
                  <a:gd name="connsiteX14" fmla="*/ 1883386 w 3209925"/>
                  <a:gd name="connsiteY14" fmla="*/ 636885 h 1197769"/>
                  <a:gd name="connsiteX15" fmla="*/ 1607343 w 3209925"/>
                  <a:gd name="connsiteY15" fmla="*/ 679287 h 1197769"/>
                  <a:gd name="connsiteX16" fmla="*/ 1331300 w 3209925"/>
                  <a:gd name="connsiteY16" fmla="*/ 636885 h 1197769"/>
                  <a:gd name="connsiteX17" fmla="*/ 1294293 w 3209925"/>
                  <a:gd name="connsiteY17" fmla="*/ 621530 h 1197769"/>
                  <a:gd name="connsiteX18" fmla="*/ 814387 w 3209925"/>
                  <a:gd name="connsiteY18" fmla="*/ 885825 h 1197769"/>
                  <a:gd name="connsiteX19" fmla="*/ 1004887 w 3209925"/>
                  <a:gd name="connsiteY19" fmla="*/ 1066800 h 1197769"/>
                  <a:gd name="connsiteX20" fmla="*/ 0 w 3209925"/>
                  <a:gd name="connsiteY20" fmla="*/ 1197769 h 1197769"/>
                  <a:gd name="connsiteX21" fmla="*/ 531019 w 3209925"/>
                  <a:gd name="connsiteY21" fmla="*/ 633413 h 1197769"/>
                  <a:gd name="connsiteX22" fmla="*/ 681037 w 3209925"/>
                  <a:gd name="connsiteY22" fmla="*/ 764382 h 1197769"/>
                  <a:gd name="connsiteX23" fmla="*/ 1156266 w 3209925"/>
                  <a:gd name="connsiteY23" fmla="*/ 531209 h 1197769"/>
                  <a:gd name="connsiteX24" fmla="*/ 1152423 w 3209925"/>
                  <a:gd name="connsiteY24" fmla="*/ 527648 h 1197769"/>
                  <a:gd name="connsiteX25" fmla="*/ 1113624 w 3209925"/>
                  <a:gd name="connsiteY25" fmla="*/ 431006 h 1197769"/>
                  <a:gd name="connsiteX26" fmla="*/ 1152423 w 3209925"/>
                  <a:gd name="connsiteY26" fmla="*/ 334364 h 1197769"/>
                  <a:gd name="connsiteX27" fmla="*/ 1236566 w 3209925"/>
                  <a:gd name="connsiteY27" fmla="*/ 271604 h 1197769"/>
                  <a:gd name="connsiteX28" fmla="*/ 990600 w 3209925"/>
                  <a:gd name="connsiteY28" fmla="*/ 142875 h 1197769"/>
                  <a:gd name="connsiteX29" fmla="*/ 792956 w 3209925"/>
                  <a:gd name="connsiteY29" fmla="*/ 209550 h 1197769"/>
                  <a:gd name="connsiteX30" fmla="*/ 828675 w 3209925"/>
                  <a:gd name="connsiteY30" fmla="*/ 2382 h 1197769"/>
                  <a:gd name="connsiteX31" fmla="*/ 1283494 w 3209925"/>
                  <a:gd name="connsiteY31" fmla="*/ 40482 h 1197769"/>
                  <a:gd name="connsiteX32" fmla="*/ 1131094 w 3209925"/>
                  <a:gd name="connsiteY32" fmla="*/ 90488 h 1197769"/>
                  <a:gd name="connsiteX33" fmla="*/ 1370145 w 3209925"/>
                  <a:gd name="connsiteY33" fmla="*/ 214524 h 1197769"/>
                  <a:gd name="connsiteX34" fmla="*/ 1394221 w 3209925"/>
                  <a:gd name="connsiteY34" fmla="*/ 207953 h 1197769"/>
                  <a:gd name="connsiteX35" fmla="*/ 1394221 w 3209925"/>
                  <a:gd name="connsiteY35" fmla="*/ 280033 h 1197769"/>
                  <a:gd name="connsiteX36" fmla="*/ 1352827 w 3209925"/>
                  <a:gd name="connsiteY36" fmla="*/ 293809 h 1197769"/>
                  <a:gd name="connsiteX37" fmla="*/ 1247402 w 3209925"/>
                  <a:gd name="connsiteY37" fmla="*/ 419441 h 1197769"/>
                  <a:gd name="connsiteX38" fmla="*/ 1607344 w 3209925"/>
                  <a:gd name="connsiteY38" fmla="*/ 597112 h 1197769"/>
                  <a:gd name="connsiteX39" fmla="*/ 1967286 w 3209925"/>
                  <a:gd name="connsiteY39" fmla="*/ 419441 h 1197769"/>
                  <a:gd name="connsiteX40" fmla="*/ 1861861 w 3209925"/>
                  <a:gd name="connsiteY40" fmla="*/ 293809 h 1197769"/>
                  <a:gd name="connsiteX41" fmla="*/ 1820465 w 3209925"/>
                  <a:gd name="connsiteY41" fmla="*/ 280032 h 1197769"/>
                  <a:gd name="connsiteX42" fmla="*/ 1820465 w 3209925"/>
                  <a:gd name="connsiteY42" fmla="*/ 207953 h 1197769"/>
                  <a:gd name="connsiteX43" fmla="*/ 1843187 w 3209925"/>
                  <a:gd name="connsiteY43" fmla="*/ 214155 h 1197769"/>
                  <a:gd name="connsiteX44" fmla="*/ 2083594 w 3209925"/>
                  <a:gd name="connsiteY44" fmla="*/ 92869 h 1197769"/>
                  <a:gd name="connsiteX45" fmla="*/ 1924050 w 3209925"/>
                  <a:gd name="connsiteY45" fmla="*/ 35719 h 1197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3209925" h="1197769">
                    <a:moveTo>
                      <a:pt x="2383631" y="0"/>
                    </a:moveTo>
                    <a:lnTo>
                      <a:pt x="2416969" y="209550"/>
                    </a:lnTo>
                    <a:lnTo>
                      <a:pt x="2226469" y="140494"/>
                    </a:lnTo>
                    <a:lnTo>
                      <a:pt x="1979292" y="269364"/>
                    </a:lnTo>
                    <a:lnTo>
                      <a:pt x="2016743" y="292190"/>
                    </a:lnTo>
                    <a:cubicBezTo>
                      <a:pt x="2069978" y="331815"/>
                      <a:pt x="2101062" y="379585"/>
                      <a:pt x="2101062" y="431006"/>
                    </a:cubicBezTo>
                    <a:cubicBezTo>
                      <a:pt x="2101062" y="465286"/>
                      <a:pt x="2087247" y="497944"/>
                      <a:pt x="2062263" y="527648"/>
                    </a:cubicBezTo>
                    <a:lnTo>
                      <a:pt x="2054226" y="533643"/>
                    </a:lnTo>
                    <a:lnTo>
                      <a:pt x="2528887" y="764382"/>
                    </a:lnTo>
                    <a:lnTo>
                      <a:pt x="2681287" y="631032"/>
                    </a:lnTo>
                    <a:lnTo>
                      <a:pt x="3209925" y="1197769"/>
                    </a:lnTo>
                    <a:lnTo>
                      <a:pt x="2202656" y="1059657"/>
                    </a:lnTo>
                    <a:lnTo>
                      <a:pt x="2397919" y="883444"/>
                    </a:lnTo>
                    <a:lnTo>
                      <a:pt x="1908890" y="626303"/>
                    </a:lnTo>
                    <a:lnTo>
                      <a:pt x="1883386" y="636885"/>
                    </a:lnTo>
                    <a:cubicBezTo>
                      <a:pt x="1804588" y="663655"/>
                      <a:pt x="1709596" y="679287"/>
                      <a:pt x="1607343" y="679287"/>
                    </a:cubicBezTo>
                    <a:cubicBezTo>
                      <a:pt x="1505091" y="679287"/>
                      <a:pt x="1410098" y="663655"/>
                      <a:pt x="1331300" y="636885"/>
                    </a:cubicBezTo>
                    <a:lnTo>
                      <a:pt x="1294293" y="621530"/>
                    </a:lnTo>
                    <a:lnTo>
                      <a:pt x="814387" y="885825"/>
                    </a:lnTo>
                    <a:lnTo>
                      <a:pt x="1004887" y="1066800"/>
                    </a:lnTo>
                    <a:lnTo>
                      <a:pt x="0" y="1197769"/>
                    </a:lnTo>
                    <a:lnTo>
                      <a:pt x="531019" y="633413"/>
                    </a:lnTo>
                    <a:lnTo>
                      <a:pt x="681037" y="764382"/>
                    </a:lnTo>
                    <a:lnTo>
                      <a:pt x="1156266" y="531209"/>
                    </a:lnTo>
                    <a:lnTo>
                      <a:pt x="1152423" y="527648"/>
                    </a:lnTo>
                    <a:cubicBezTo>
                      <a:pt x="1127439" y="497944"/>
                      <a:pt x="1113624" y="465286"/>
                      <a:pt x="1113624" y="431006"/>
                    </a:cubicBezTo>
                    <a:cubicBezTo>
                      <a:pt x="1113624" y="396725"/>
                      <a:pt x="1127440" y="364068"/>
                      <a:pt x="1152423" y="334364"/>
                    </a:cubicBezTo>
                    <a:lnTo>
                      <a:pt x="1236566" y="271604"/>
                    </a:lnTo>
                    <a:lnTo>
                      <a:pt x="990600" y="142875"/>
                    </a:lnTo>
                    <a:lnTo>
                      <a:pt x="792956" y="209550"/>
                    </a:lnTo>
                    <a:lnTo>
                      <a:pt x="828675" y="2382"/>
                    </a:lnTo>
                    <a:lnTo>
                      <a:pt x="1283494" y="40482"/>
                    </a:lnTo>
                    <a:lnTo>
                      <a:pt x="1131094" y="90488"/>
                    </a:lnTo>
                    <a:lnTo>
                      <a:pt x="1370145" y="214524"/>
                    </a:lnTo>
                    <a:lnTo>
                      <a:pt x="1394221" y="207953"/>
                    </a:lnTo>
                    <a:lnTo>
                      <a:pt x="1394221" y="280033"/>
                    </a:lnTo>
                    <a:lnTo>
                      <a:pt x="1352827" y="293809"/>
                    </a:lnTo>
                    <a:cubicBezTo>
                      <a:pt x="1287690" y="325961"/>
                      <a:pt x="1247402" y="370379"/>
                      <a:pt x="1247402" y="419441"/>
                    </a:cubicBezTo>
                    <a:cubicBezTo>
                      <a:pt x="1247402" y="517566"/>
                      <a:pt x="1408554" y="597112"/>
                      <a:pt x="1607344" y="597112"/>
                    </a:cubicBezTo>
                    <a:cubicBezTo>
                      <a:pt x="1806134" y="597112"/>
                      <a:pt x="1967286" y="517566"/>
                      <a:pt x="1967286" y="419441"/>
                    </a:cubicBezTo>
                    <a:cubicBezTo>
                      <a:pt x="1967286" y="370379"/>
                      <a:pt x="1926998" y="325961"/>
                      <a:pt x="1861861" y="293809"/>
                    </a:cubicBezTo>
                    <a:lnTo>
                      <a:pt x="1820465" y="280032"/>
                    </a:lnTo>
                    <a:lnTo>
                      <a:pt x="1820465" y="207953"/>
                    </a:lnTo>
                    <a:lnTo>
                      <a:pt x="1843187" y="214155"/>
                    </a:lnTo>
                    <a:lnTo>
                      <a:pt x="2083594" y="92869"/>
                    </a:lnTo>
                    <a:lnTo>
                      <a:pt x="1924050" y="35719"/>
                    </a:lnTo>
                    <a:close/>
                  </a:path>
                </a:pathLst>
              </a:custGeom>
              <a:grpFill/>
              <a:ln w="9525">
                <a:noFill/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449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reeform 55">
                <a:extLst>
                  <a:ext uri="{FF2B5EF4-FFF2-40B4-BE49-F238E27FC236}">
                    <a16:creationId xmlns:a16="http://schemas.microsoft.com/office/drawing/2014/main" id="{D01CE0E6-3130-4A21-8DFA-DE165201FA9F}"/>
                  </a:ext>
                </a:extLst>
              </p:cNvPr>
              <p:cNvSpPr/>
              <p:nvPr/>
            </p:nvSpPr>
            <p:spPr>
              <a:xfrm flipH="1">
                <a:off x="7043889" y="3047065"/>
                <a:ext cx="136446" cy="314653"/>
              </a:xfrm>
              <a:custGeom>
                <a:avLst/>
                <a:gdLst>
                  <a:gd name="connsiteX0" fmla="*/ 390024 w 716945"/>
                  <a:gd name="connsiteY0" fmla="*/ 500795 h 1653321"/>
                  <a:gd name="connsiteX1" fmla="*/ 421576 w 716945"/>
                  <a:gd name="connsiteY1" fmla="*/ 767495 h 1653321"/>
                  <a:gd name="connsiteX2" fmla="*/ 358473 w 716945"/>
                  <a:gd name="connsiteY2" fmla="*/ 853221 h 1653321"/>
                  <a:gd name="connsiteX3" fmla="*/ 295370 w 716945"/>
                  <a:gd name="connsiteY3" fmla="*/ 767495 h 1653321"/>
                  <a:gd name="connsiteX4" fmla="*/ 326921 w 716945"/>
                  <a:gd name="connsiteY4" fmla="*/ 500795 h 1653321"/>
                  <a:gd name="connsiteX5" fmla="*/ 385858 w 716945"/>
                  <a:gd name="connsiteY5" fmla="*/ 407926 h 1653321"/>
                  <a:gd name="connsiteX6" fmla="*/ 395383 w 716945"/>
                  <a:gd name="connsiteY6" fmla="*/ 460314 h 1653321"/>
                  <a:gd name="connsiteX7" fmla="*/ 358473 w 716945"/>
                  <a:gd name="connsiteY7" fmla="*/ 481076 h 1653321"/>
                  <a:gd name="connsiteX8" fmla="*/ 321563 w 716945"/>
                  <a:gd name="connsiteY8" fmla="*/ 460314 h 1653321"/>
                  <a:gd name="connsiteX9" fmla="*/ 331088 w 716945"/>
                  <a:gd name="connsiteY9" fmla="*/ 407926 h 1653321"/>
                  <a:gd name="connsiteX10" fmla="*/ 358473 w 716945"/>
                  <a:gd name="connsiteY10" fmla="*/ 407926 h 1653321"/>
                  <a:gd name="connsiteX11" fmla="*/ 507460 w 716945"/>
                  <a:gd name="connsiteY11" fmla="*/ 352407 h 1653321"/>
                  <a:gd name="connsiteX12" fmla="*/ 209485 w 716945"/>
                  <a:gd name="connsiteY12" fmla="*/ 352407 h 1653321"/>
                  <a:gd name="connsiteX13" fmla="*/ 205163 w 716945"/>
                  <a:gd name="connsiteY13" fmla="*/ 354197 h 1653321"/>
                  <a:gd name="connsiteX14" fmla="*/ 205163 w 716945"/>
                  <a:gd name="connsiteY14" fmla="*/ 352408 h 1653321"/>
                  <a:gd name="connsiteX15" fmla="*/ 176050 w 716945"/>
                  <a:gd name="connsiteY15" fmla="*/ 359330 h 1653321"/>
                  <a:gd name="connsiteX16" fmla="*/ 592 w 716945"/>
                  <a:gd name="connsiteY16" fmla="*/ 835817 h 1653321"/>
                  <a:gd name="connsiteX17" fmla="*/ 8849 w 716945"/>
                  <a:gd name="connsiteY17" fmla="*/ 932289 h 1653321"/>
                  <a:gd name="connsiteX18" fmla="*/ 13514 w 716945"/>
                  <a:gd name="connsiteY18" fmla="*/ 956651 h 1653321"/>
                  <a:gd name="connsiteX19" fmla="*/ 12281 w 716945"/>
                  <a:gd name="connsiteY19" fmla="*/ 962758 h 1653321"/>
                  <a:gd name="connsiteX20" fmla="*/ 71813 w 716945"/>
                  <a:gd name="connsiteY20" fmla="*/ 1022290 h 1653321"/>
                  <a:gd name="connsiteX21" fmla="*/ 131345 w 716945"/>
                  <a:gd name="connsiteY21" fmla="*/ 962758 h 1653321"/>
                  <a:gd name="connsiteX22" fmla="*/ 130375 w 716945"/>
                  <a:gd name="connsiteY22" fmla="*/ 957954 h 1653321"/>
                  <a:gd name="connsiteX23" fmla="*/ 133706 w 716945"/>
                  <a:gd name="connsiteY23" fmla="*/ 957954 h 1653321"/>
                  <a:gd name="connsiteX24" fmla="*/ 120737 w 716945"/>
                  <a:gd name="connsiteY24" fmla="*/ 831622 h 1653321"/>
                  <a:gd name="connsiteX25" fmla="*/ 167849 w 716945"/>
                  <a:gd name="connsiteY25" fmla="*/ 522247 h 1653321"/>
                  <a:gd name="connsiteX26" fmla="*/ 170708 w 716945"/>
                  <a:gd name="connsiteY26" fmla="*/ 518641 h 1653321"/>
                  <a:gd name="connsiteX27" fmla="*/ 170708 w 716945"/>
                  <a:gd name="connsiteY27" fmla="*/ 762101 h 1653321"/>
                  <a:gd name="connsiteX28" fmla="*/ 170708 w 716945"/>
                  <a:gd name="connsiteY28" fmla="*/ 900017 h 1653321"/>
                  <a:gd name="connsiteX29" fmla="*/ 170708 w 716945"/>
                  <a:gd name="connsiteY29" fmla="*/ 1568229 h 1653321"/>
                  <a:gd name="connsiteX30" fmla="*/ 255800 w 716945"/>
                  <a:gd name="connsiteY30" fmla="*/ 1653321 h 1653321"/>
                  <a:gd name="connsiteX31" fmla="*/ 340892 w 716945"/>
                  <a:gd name="connsiteY31" fmla="*/ 1568229 h 1653321"/>
                  <a:gd name="connsiteX32" fmla="*/ 340892 w 716945"/>
                  <a:gd name="connsiteY32" fmla="*/ 938794 h 1653321"/>
                  <a:gd name="connsiteX33" fmla="*/ 376053 w 716945"/>
                  <a:gd name="connsiteY33" fmla="*/ 938794 h 1653321"/>
                  <a:gd name="connsiteX34" fmla="*/ 376053 w 716945"/>
                  <a:gd name="connsiteY34" fmla="*/ 1568229 h 1653321"/>
                  <a:gd name="connsiteX35" fmla="*/ 461145 w 716945"/>
                  <a:gd name="connsiteY35" fmla="*/ 1653321 h 1653321"/>
                  <a:gd name="connsiteX36" fmla="*/ 546237 w 716945"/>
                  <a:gd name="connsiteY36" fmla="*/ 1568229 h 1653321"/>
                  <a:gd name="connsiteX37" fmla="*/ 546237 w 716945"/>
                  <a:gd name="connsiteY37" fmla="*/ 900017 h 1653321"/>
                  <a:gd name="connsiteX38" fmla="*/ 546237 w 716945"/>
                  <a:gd name="connsiteY38" fmla="*/ 762101 h 1653321"/>
                  <a:gd name="connsiteX39" fmla="*/ 546237 w 716945"/>
                  <a:gd name="connsiteY39" fmla="*/ 518641 h 1653321"/>
                  <a:gd name="connsiteX40" fmla="*/ 549096 w 716945"/>
                  <a:gd name="connsiteY40" fmla="*/ 522247 h 1653321"/>
                  <a:gd name="connsiteX41" fmla="*/ 596208 w 716945"/>
                  <a:gd name="connsiteY41" fmla="*/ 831622 h 1653321"/>
                  <a:gd name="connsiteX42" fmla="*/ 583239 w 716945"/>
                  <a:gd name="connsiteY42" fmla="*/ 957954 h 1653321"/>
                  <a:gd name="connsiteX43" fmla="*/ 586570 w 716945"/>
                  <a:gd name="connsiteY43" fmla="*/ 957954 h 1653321"/>
                  <a:gd name="connsiteX44" fmla="*/ 585600 w 716945"/>
                  <a:gd name="connsiteY44" fmla="*/ 962758 h 1653321"/>
                  <a:gd name="connsiteX45" fmla="*/ 645132 w 716945"/>
                  <a:gd name="connsiteY45" fmla="*/ 1022290 h 1653321"/>
                  <a:gd name="connsiteX46" fmla="*/ 704664 w 716945"/>
                  <a:gd name="connsiteY46" fmla="*/ 962758 h 1653321"/>
                  <a:gd name="connsiteX47" fmla="*/ 703431 w 716945"/>
                  <a:gd name="connsiteY47" fmla="*/ 956651 h 1653321"/>
                  <a:gd name="connsiteX48" fmla="*/ 708096 w 716945"/>
                  <a:gd name="connsiteY48" fmla="*/ 932289 h 1653321"/>
                  <a:gd name="connsiteX49" fmla="*/ 716353 w 716945"/>
                  <a:gd name="connsiteY49" fmla="*/ 835817 h 1653321"/>
                  <a:gd name="connsiteX50" fmla="*/ 540895 w 716945"/>
                  <a:gd name="connsiteY50" fmla="*/ 359330 h 1653321"/>
                  <a:gd name="connsiteX51" fmla="*/ 511782 w 716945"/>
                  <a:gd name="connsiteY51" fmla="*/ 352408 h 1653321"/>
                  <a:gd name="connsiteX52" fmla="*/ 511782 w 716945"/>
                  <a:gd name="connsiteY52" fmla="*/ 354197 h 1653321"/>
                  <a:gd name="connsiteX53" fmla="*/ 358473 w 716945"/>
                  <a:gd name="connsiteY53" fmla="*/ 0 h 1653321"/>
                  <a:gd name="connsiteX54" fmla="*/ 201873 w 716945"/>
                  <a:gd name="connsiteY54" fmla="*/ 156600 h 1653321"/>
                  <a:gd name="connsiteX55" fmla="*/ 358473 w 716945"/>
                  <a:gd name="connsiteY55" fmla="*/ 313200 h 1653321"/>
                  <a:gd name="connsiteX56" fmla="*/ 515073 w 716945"/>
                  <a:gd name="connsiteY56" fmla="*/ 156600 h 1653321"/>
                  <a:gd name="connsiteX57" fmla="*/ 358473 w 716945"/>
                  <a:gd name="connsiteY57" fmla="*/ 0 h 1653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716945" h="1653321">
                    <a:moveTo>
                      <a:pt x="390024" y="500795"/>
                    </a:moveTo>
                    <a:lnTo>
                      <a:pt x="421576" y="767495"/>
                    </a:lnTo>
                    <a:lnTo>
                      <a:pt x="358473" y="853221"/>
                    </a:lnTo>
                    <a:lnTo>
                      <a:pt x="295370" y="767495"/>
                    </a:lnTo>
                    <a:lnTo>
                      <a:pt x="326921" y="500795"/>
                    </a:lnTo>
                    <a:close/>
                    <a:moveTo>
                      <a:pt x="385858" y="407926"/>
                    </a:moveTo>
                    <a:lnTo>
                      <a:pt x="395383" y="460314"/>
                    </a:lnTo>
                    <a:lnTo>
                      <a:pt x="358473" y="481076"/>
                    </a:lnTo>
                    <a:lnTo>
                      <a:pt x="321563" y="460314"/>
                    </a:lnTo>
                    <a:lnTo>
                      <a:pt x="331088" y="407926"/>
                    </a:lnTo>
                    <a:lnTo>
                      <a:pt x="358473" y="407926"/>
                    </a:lnTo>
                    <a:close/>
                    <a:moveTo>
                      <a:pt x="507460" y="352407"/>
                    </a:moveTo>
                    <a:lnTo>
                      <a:pt x="209485" y="352407"/>
                    </a:lnTo>
                    <a:lnTo>
                      <a:pt x="205163" y="354197"/>
                    </a:lnTo>
                    <a:lnTo>
                      <a:pt x="205163" y="352408"/>
                    </a:lnTo>
                    <a:lnTo>
                      <a:pt x="176050" y="359330"/>
                    </a:lnTo>
                    <a:cubicBezTo>
                      <a:pt x="68115" y="407868"/>
                      <a:pt x="-7500" y="604086"/>
                      <a:pt x="592" y="835817"/>
                    </a:cubicBezTo>
                    <a:cubicBezTo>
                      <a:pt x="1748" y="868922"/>
                      <a:pt x="4558" y="901185"/>
                      <a:pt x="8849" y="932289"/>
                    </a:cubicBezTo>
                    <a:lnTo>
                      <a:pt x="13514" y="956651"/>
                    </a:lnTo>
                    <a:lnTo>
                      <a:pt x="12281" y="962758"/>
                    </a:lnTo>
                    <a:cubicBezTo>
                      <a:pt x="12281" y="995637"/>
                      <a:pt x="38934" y="1022290"/>
                      <a:pt x="71813" y="1022290"/>
                    </a:cubicBezTo>
                    <a:cubicBezTo>
                      <a:pt x="104692" y="1022290"/>
                      <a:pt x="131345" y="995637"/>
                      <a:pt x="131345" y="962758"/>
                    </a:cubicBezTo>
                    <a:lnTo>
                      <a:pt x="130375" y="957954"/>
                    </a:lnTo>
                    <a:lnTo>
                      <a:pt x="133706" y="957954"/>
                    </a:lnTo>
                    <a:lnTo>
                      <a:pt x="120737" y="831622"/>
                    </a:lnTo>
                    <a:cubicBezTo>
                      <a:pt x="116188" y="701368"/>
                      <a:pt x="135370" y="586489"/>
                      <a:pt x="167849" y="522247"/>
                    </a:cubicBezTo>
                    <a:lnTo>
                      <a:pt x="170708" y="518641"/>
                    </a:lnTo>
                    <a:lnTo>
                      <a:pt x="170708" y="762101"/>
                    </a:lnTo>
                    <a:lnTo>
                      <a:pt x="170708" y="900017"/>
                    </a:lnTo>
                    <a:lnTo>
                      <a:pt x="170708" y="1568229"/>
                    </a:lnTo>
                    <a:cubicBezTo>
                      <a:pt x="170708" y="1615224"/>
                      <a:pt x="208805" y="1653321"/>
                      <a:pt x="255800" y="1653321"/>
                    </a:cubicBezTo>
                    <a:cubicBezTo>
                      <a:pt x="302795" y="1653321"/>
                      <a:pt x="340892" y="1615224"/>
                      <a:pt x="340892" y="1568229"/>
                    </a:cubicBezTo>
                    <a:lnTo>
                      <a:pt x="340892" y="938794"/>
                    </a:lnTo>
                    <a:lnTo>
                      <a:pt x="376053" y="938794"/>
                    </a:lnTo>
                    <a:lnTo>
                      <a:pt x="376053" y="1568229"/>
                    </a:lnTo>
                    <a:cubicBezTo>
                      <a:pt x="376053" y="1615224"/>
                      <a:pt x="414150" y="1653321"/>
                      <a:pt x="461145" y="1653321"/>
                    </a:cubicBezTo>
                    <a:cubicBezTo>
                      <a:pt x="508140" y="1653321"/>
                      <a:pt x="546237" y="1615224"/>
                      <a:pt x="546237" y="1568229"/>
                    </a:cubicBezTo>
                    <a:lnTo>
                      <a:pt x="546237" y="900017"/>
                    </a:lnTo>
                    <a:lnTo>
                      <a:pt x="546237" y="762101"/>
                    </a:lnTo>
                    <a:lnTo>
                      <a:pt x="546237" y="518641"/>
                    </a:lnTo>
                    <a:lnTo>
                      <a:pt x="549096" y="522247"/>
                    </a:lnTo>
                    <a:cubicBezTo>
                      <a:pt x="581575" y="586489"/>
                      <a:pt x="600757" y="701368"/>
                      <a:pt x="596208" y="831622"/>
                    </a:cubicBezTo>
                    <a:lnTo>
                      <a:pt x="583239" y="957954"/>
                    </a:lnTo>
                    <a:lnTo>
                      <a:pt x="586570" y="957954"/>
                    </a:lnTo>
                    <a:lnTo>
                      <a:pt x="585600" y="962758"/>
                    </a:lnTo>
                    <a:cubicBezTo>
                      <a:pt x="585600" y="995637"/>
                      <a:pt x="612253" y="1022290"/>
                      <a:pt x="645132" y="1022290"/>
                    </a:cubicBezTo>
                    <a:cubicBezTo>
                      <a:pt x="678011" y="1022290"/>
                      <a:pt x="704664" y="995637"/>
                      <a:pt x="704664" y="962758"/>
                    </a:cubicBezTo>
                    <a:lnTo>
                      <a:pt x="703431" y="956651"/>
                    </a:lnTo>
                    <a:lnTo>
                      <a:pt x="708096" y="932289"/>
                    </a:lnTo>
                    <a:cubicBezTo>
                      <a:pt x="712387" y="901185"/>
                      <a:pt x="715197" y="868922"/>
                      <a:pt x="716353" y="835817"/>
                    </a:cubicBezTo>
                    <a:cubicBezTo>
                      <a:pt x="724445" y="604086"/>
                      <a:pt x="648830" y="407868"/>
                      <a:pt x="540895" y="359330"/>
                    </a:cubicBezTo>
                    <a:lnTo>
                      <a:pt x="511782" y="352408"/>
                    </a:lnTo>
                    <a:lnTo>
                      <a:pt x="511782" y="354197"/>
                    </a:lnTo>
                    <a:close/>
                    <a:moveTo>
                      <a:pt x="358473" y="0"/>
                    </a:moveTo>
                    <a:cubicBezTo>
                      <a:pt x="271985" y="0"/>
                      <a:pt x="201873" y="70112"/>
                      <a:pt x="201873" y="156600"/>
                    </a:cubicBezTo>
                    <a:cubicBezTo>
                      <a:pt x="201873" y="243088"/>
                      <a:pt x="271985" y="313200"/>
                      <a:pt x="358473" y="313200"/>
                    </a:cubicBezTo>
                    <a:cubicBezTo>
                      <a:pt x="444961" y="313200"/>
                      <a:pt x="515073" y="243088"/>
                      <a:pt x="515073" y="156600"/>
                    </a:cubicBezTo>
                    <a:cubicBezTo>
                      <a:pt x="515073" y="70112"/>
                      <a:pt x="444961" y="0"/>
                      <a:pt x="358473" y="0"/>
                    </a:cubicBezTo>
                    <a:close/>
                  </a:path>
                </a:pathLst>
              </a:custGeom>
              <a:grpFill/>
              <a:ln w="9525">
                <a:noFill/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449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Rectangle: Top Corners Rounded 36">
              <a:extLst>
                <a:ext uri="{FF2B5EF4-FFF2-40B4-BE49-F238E27FC236}">
                  <a16:creationId xmlns:a16="http://schemas.microsoft.com/office/drawing/2014/main" id="{4E066718-DCBE-44E9-A71C-0195DCA0D9F1}"/>
                </a:ext>
              </a:extLst>
            </p:cNvPr>
            <p:cNvSpPr/>
            <p:nvPr/>
          </p:nvSpPr>
          <p:spPr>
            <a:xfrm>
              <a:off x="4209988" y="2199002"/>
              <a:ext cx="3858000" cy="2811148"/>
            </a:xfrm>
            <a:prstGeom prst="round2SameRect">
              <a:avLst>
                <a:gd name="adj1" fmla="val 2227"/>
                <a:gd name="adj2" fmla="val 0"/>
              </a:avLst>
            </a:prstGeom>
            <a:solidFill>
              <a:schemeClr val="bg1">
                <a:lumMod val="85000"/>
                <a:lumOff val="15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49" err="1">
                <a:solidFill>
                  <a:srgbClr val="282828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1063FD-2F76-436A-9166-940183085712}"/>
                </a:ext>
              </a:extLst>
            </p:cNvPr>
            <p:cNvSpPr txBox="1"/>
            <p:nvPr/>
          </p:nvSpPr>
          <p:spPr>
            <a:xfrm>
              <a:off x="4448898" y="2230718"/>
              <a:ext cx="3390361" cy="28472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837" dirty="0"/>
                <a:t>Design &amp; Develop Hardware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837" dirty="0"/>
                <a:t>Develop Firmware as per MVO specs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837" dirty="0"/>
                <a:t>Design and Deploy Backend /Server at NH 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837" dirty="0"/>
                <a:t>Device related QA &amp; </a:t>
              </a:r>
              <a:r>
                <a:rPr lang="en-US" sz="1837" dirty="0" err="1"/>
                <a:t>VnV</a:t>
              </a:r>
              <a:r>
                <a:rPr lang="en-US" sz="1837" dirty="0"/>
                <a:t> activities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837" dirty="0"/>
                <a:t>Design and develop USB- ECG Cables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837" dirty="0"/>
                <a:t>Periodically Push latest record per device as per User settable Interval</a:t>
              </a:r>
            </a:p>
          </p:txBody>
        </p:sp>
        <p:sp>
          <p:nvSpPr>
            <p:cNvPr id="10" name="Arrow: Pentagon 35">
              <a:extLst>
                <a:ext uri="{FF2B5EF4-FFF2-40B4-BE49-F238E27FC236}">
                  <a16:creationId xmlns:a16="http://schemas.microsoft.com/office/drawing/2014/main" id="{D09242C8-AB96-49A5-8E06-CCB551DFF638}"/>
                </a:ext>
              </a:extLst>
            </p:cNvPr>
            <p:cNvSpPr/>
            <p:nvPr/>
          </p:nvSpPr>
          <p:spPr>
            <a:xfrm>
              <a:off x="8292630" y="1600590"/>
              <a:ext cx="3633359" cy="598412"/>
            </a:xfrm>
            <a:prstGeom prst="round2Same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49" err="1">
                <a:solidFill>
                  <a:srgbClr val="282828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8319DF-4F12-4D9C-9EA8-B58C115F28C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19220" y="1751854"/>
              <a:ext cx="3244807" cy="295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spAutoFit/>
            </a:bodyPr>
            <a:lstStyle/>
            <a:p>
              <a:pPr defTabSz="685008"/>
              <a:r>
                <a:rPr lang="en-US" sz="2041" b="1" kern="0" spc="29" dirty="0">
                  <a:ln w="13500">
                    <a:noFill/>
                    <a:prstDash val="solid"/>
                  </a:ln>
                  <a:solidFill>
                    <a:schemeClr val="accent1"/>
                  </a:solidFill>
                  <a:ea typeface="ＭＳ Ｐゴシック" pitchFamily="34" charset="-128"/>
                  <a:cs typeface="Arial" panose="020B0604020202020204" pitchFamily="34" charset="0"/>
                </a:rPr>
                <a:t>Narayana</a:t>
              </a:r>
            </a:p>
          </p:txBody>
        </p:sp>
        <p:sp>
          <p:nvSpPr>
            <p:cNvPr id="12" name="Rectangle: Top Corners Rounded 36">
              <a:extLst>
                <a:ext uri="{FF2B5EF4-FFF2-40B4-BE49-F238E27FC236}">
                  <a16:creationId xmlns:a16="http://schemas.microsoft.com/office/drawing/2014/main" id="{B197B316-0658-4EE3-8D52-536A0236A4F2}"/>
                </a:ext>
              </a:extLst>
            </p:cNvPr>
            <p:cNvSpPr/>
            <p:nvPr/>
          </p:nvSpPr>
          <p:spPr>
            <a:xfrm>
              <a:off x="8180309" y="2199002"/>
              <a:ext cx="3858000" cy="2811148"/>
            </a:xfrm>
            <a:prstGeom prst="round2SameRect">
              <a:avLst>
                <a:gd name="adj1" fmla="val 2227"/>
                <a:gd name="adj2" fmla="val 0"/>
              </a:avLst>
            </a:prstGeom>
            <a:solidFill>
              <a:schemeClr val="bg1">
                <a:lumMod val="85000"/>
                <a:lumOff val="15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49" err="1">
                <a:solidFill>
                  <a:srgbClr val="282828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5248EE-FB2F-407D-8569-48E9F97AF93E}"/>
                </a:ext>
              </a:extLst>
            </p:cNvPr>
            <p:cNvSpPr txBox="1"/>
            <p:nvPr/>
          </p:nvSpPr>
          <p:spPr>
            <a:xfrm>
              <a:off x="8425191" y="2310321"/>
              <a:ext cx="3390361" cy="26903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600" dirty="0"/>
                <a:t>Consume periodic Data received from NH server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600" dirty="0"/>
                <a:t>Share timely feedback and Reports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600" dirty="0"/>
                <a:t>Risk Score Calculation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600" dirty="0"/>
                <a:t>HMS /Patient-ID Integration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600" dirty="0"/>
                <a:t>Report Generation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600" dirty="0"/>
                <a:t>Alerts and Notification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600" dirty="0"/>
                <a:t>Device Certification</a:t>
              </a:r>
            </a:p>
            <a:p>
              <a:pPr marL="257218" indent="-257218">
                <a:spcBef>
                  <a:spcPts val="375"/>
                </a:spcBef>
                <a:buFont typeface="Arial" panose="020B0604020202020204" pitchFamily="34" charset="0"/>
                <a:buChar char="•"/>
              </a:pPr>
              <a:r>
                <a:rPr lang="en-US" sz="1600" dirty="0"/>
                <a:t>Network Infrastructure  as per RSSI Heat map</a:t>
              </a:r>
            </a:p>
          </p:txBody>
        </p:sp>
        <p:sp>
          <p:nvSpPr>
            <p:cNvPr id="14" name="Freeform 52">
              <a:extLst>
                <a:ext uri="{FF2B5EF4-FFF2-40B4-BE49-F238E27FC236}">
                  <a16:creationId xmlns:a16="http://schemas.microsoft.com/office/drawing/2014/main" id="{4D3B2716-D71C-4243-8723-5528A3177A45}"/>
                </a:ext>
              </a:extLst>
            </p:cNvPr>
            <p:cNvSpPr/>
            <p:nvPr/>
          </p:nvSpPr>
          <p:spPr>
            <a:xfrm>
              <a:off x="11403761" y="1690493"/>
              <a:ext cx="385592" cy="458960"/>
            </a:xfrm>
            <a:custGeom>
              <a:avLst/>
              <a:gdLst/>
              <a:ahLst/>
              <a:cxnLst/>
              <a:rect l="l" t="t" r="r" b="b"/>
              <a:pathLst>
                <a:path w="5014719" h="5968901">
                  <a:moveTo>
                    <a:pt x="1402482" y="2353761"/>
                  </a:moveTo>
                  <a:cubicBezTo>
                    <a:pt x="1416551" y="2352683"/>
                    <a:pt x="1430936" y="2353000"/>
                    <a:pt x="1445480" y="2354834"/>
                  </a:cubicBezTo>
                  <a:cubicBezTo>
                    <a:pt x="1561833" y="2369504"/>
                    <a:pt x="1644264" y="2475719"/>
                    <a:pt x="1629594" y="2592072"/>
                  </a:cubicBezTo>
                  <a:cubicBezTo>
                    <a:pt x="1614924" y="2708425"/>
                    <a:pt x="1508708" y="2790856"/>
                    <a:pt x="1392355" y="2776186"/>
                  </a:cubicBezTo>
                  <a:cubicBezTo>
                    <a:pt x="1276002" y="2761516"/>
                    <a:pt x="1193572" y="2655300"/>
                    <a:pt x="1208242" y="2538947"/>
                  </a:cubicBezTo>
                  <a:cubicBezTo>
                    <a:pt x="1221078" y="2437139"/>
                    <a:pt x="1304004" y="2361301"/>
                    <a:pt x="1402482" y="2353761"/>
                  </a:cubicBezTo>
                  <a:close/>
                  <a:moveTo>
                    <a:pt x="1430924" y="1947371"/>
                  </a:moveTo>
                  <a:lnTo>
                    <a:pt x="1375920" y="2148900"/>
                  </a:lnTo>
                  <a:cubicBezTo>
                    <a:pt x="1329860" y="2153388"/>
                    <a:pt x="1285657" y="2165487"/>
                    <a:pt x="1245157" y="2184871"/>
                  </a:cubicBezTo>
                  <a:lnTo>
                    <a:pt x="1095666" y="2039973"/>
                  </a:lnTo>
                  <a:lnTo>
                    <a:pt x="992314" y="2120181"/>
                  </a:lnTo>
                  <a:lnTo>
                    <a:pt x="1095306" y="2300497"/>
                  </a:lnTo>
                  <a:cubicBezTo>
                    <a:pt x="1065657" y="2335404"/>
                    <a:pt x="1042425" y="2375985"/>
                    <a:pt x="1026451" y="2420441"/>
                  </a:cubicBezTo>
                  <a:lnTo>
                    <a:pt x="817144" y="2423708"/>
                  </a:lnTo>
                  <a:lnTo>
                    <a:pt x="800779" y="2553504"/>
                  </a:lnTo>
                  <a:lnTo>
                    <a:pt x="1002725" y="2608622"/>
                  </a:lnTo>
                  <a:cubicBezTo>
                    <a:pt x="1007164" y="2655652"/>
                    <a:pt x="1019597" y="2700730"/>
                    <a:pt x="1039652" y="2741903"/>
                  </a:cubicBezTo>
                  <a:lnTo>
                    <a:pt x="895126" y="2891011"/>
                  </a:lnTo>
                  <a:lnTo>
                    <a:pt x="975335" y="2994363"/>
                  </a:lnTo>
                  <a:lnTo>
                    <a:pt x="1156114" y="2891107"/>
                  </a:lnTo>
                  <a:cubicBezTo>
                    <a:pt x="1190534" y="2919936"/>
                    <a:pt x="1230351" y="2942628"/>
                    <a:pt x="1273856" y="2958409"/>
                  </a:cubicBezTo>
                  <a:lnTo>
                    <a:pt x="1277115" y="3167285"/>
                  </a:lnTo>
                  <a:lnTo>
                    <a:pt x="1406912" y="3183650"/>
                  </a:lnTo>
                  <a:lnTo>
                    <a:pt x="1461916" y="2982120"/>
                  </a:lnTo>
                  <a:cubicBezTo>
                    <a:pt x="1508858" y="2977545"/>
                    <a:pt x="1553872" y="2965067"/>
                    <a:pt x="1594993" y="2945026"/>
                  </a:cubicBezTo>
                  <a:lnTo>
                    <a:pt x="1746164" y="3091551"/>
                  </a:lnTo>
                  <a:lnTo>
                    <a:pt x="1849516" y="3011343"/>
                  </a:lnTo>
                  <a:lnTo>
                    <a:pt x="1744742" y="2827907"/>
                  </a:lnTo>
                  <a:cubicBezTo>
                    <a:pt x="1773335" y="2793586"/>
                    <a:pt x="1795810" y="2753925"/>
                    <a:pt x="1811385" y="2710580"/>
                  </a:cubicBezTo>
                  <a:lnTo>
                    <a:pt x="2020693" y="2707313"/>
                  </a:lnTo>
                  <a:lnTo>
                    <a:pt x="2037058" y="2577517"/>
                  </a:lnTo>
                  <a:lnTo>
                    <a:pt x="1835111" y="2522399"/>
                  </a:lnTo>
                  <a:cubicBezTo>
                    <a:pt x="1830783" y="2476544"/>
                    <a:pt x="1818856" y="2432545"/>
                    <a:pt x="1799676" y="2392201"/>
                  </a:cubicBezTo>
                  <a:lnTo>
                    <a:pt x="1946703" y="2240512"/>
                  </a:lnTo>
                  <a:lnTo>
                    <a:pt x="1866495" y="2137161"/>
                  </a:lnTo>
                  <a:lnTo>
                    <a:pt x="1683686" y="2241577"/>
                  </a:lnTo>
                  <a:cubicBezTo>
                    <a:pt x="1648825" y="2211955"/>
                    <a:pt x="1608318" y="2188694"/>
                    <a:pt x="1563980" y="2172611"/>
                  </a:cubicBezTo>
                  <a:lnTo>
                    <a:pt x="1560721" y="1963736"/>
                  </a:lnTo>
                  <a:close/>
                  <a:moveTo>
                    <a:pt x="3133260" y="1085735"/>
                  </a:moveTo>
                  <a:cubicBezTo>
                    <a:pt x="3156871" y="1087153"/>
                    <a:pt x="3180691" y="1090957"/>
                    <a:pt x="3204428" y="1097318"/>
                  </a:cubicBezTo>
                  <a:cubicBezTo>
                    <a:pt x="3394327" y="1148201"/>
                    <a:pt x="3507022" y="1343395"/>
                    <a:pt x="3456139" y="1533294"/>
                  </a:cubicBezTo>
                  <a:cubicBezTo>
                    <a:pt x="3405256" y="1723193"/>
                    <a:pt x="3210062" y="1835888"/>
                    <a:pt x="3020163" y="1785005"/>
                  </a:cubicBezTo>
                  <a:cubicBezTo>
                    <a:pt x="2830264" y="1734122"/>
                    <a:pt x="2717569" y="1538928"/>
                    <a:pt x="2768452" y="1349029"/>
                  </a:cubicBezTo>
                  <a:cubicBezTo>
                    <a:pt x="2812975" y="1182867"/>
                    <a:pt x="2967985" y="1075814"/>
                    <a:pt x="3133260" y="1085735"/>
                  </a:cubicBezTo>
                  <a:close/>
                  <a:moveTo>
                    <a:pt x="1476414" y="1005769"/>
                  </a:moveTo>
                  <a:cubicBezTo>
                    <a:pt x="1565667" y="1012077"/>
                    <a:pt x="1650294" y="1061164"/>
                    <a:pt x="1698398" y="1144483"/>
                  </a:cubicBezTo>
                  <a:cubicBezTo>
                    <a:pt x="1775366" y="1277795"/>
                    <a:pt x="1729690" y="1448260"/>
                    <a:pt x="1596378" y="1525228"/>
                  </a:cubicBezTo>
                  <a:cubicBezTo>
                    <a:pt x="1463067" y="1602195"/>
                    <a:pt x="1292602" y="1556519"/>
                    <a:pt x="1215634" y="1423207"/>
                  </a:cubicBezTo>
                  <a:cubicBezTo>
                    <a:pt x="1138667" y="1289896"/>
                    <a:pt x="1184343" y="1119431"/>
                    <a:pt x="1317654" y="1042463"/>
                  </a:cubicBezTo>
                  <a:cubicBezTo>
                    <a:pt x="1367646" y="1013600"/>
                    <a:pt x="1422863" y="1001984"/>
                    <a:pt x="1476414" y="1005769"/>
                  </a:cubicBezTo>
                  <a:close/>
                  <a:moveTo>
                    <a:pt x="1585229" y="480828"/>
                  </a:moveTo>
                  <a:lnTo>
                    <a:pt x="1476900" y="735048"/>
                  </a:lnTo>
                  <a:cubicBezTo>
                    <a:pt x="1416945" y="731729"/>
                    <a:pt x="1356131" y="739541"/>
                    <a:pt x="1297007" y="757897"/>
                  </a:cubicBezTo>
                  <a:lnTo>
                    <a:pt x="1127888" y="542058"/>
                  </a:lnTo>
                  <a:lnTo>
                    <a:pt x="979174" y="627918"/>
                  </a:lnTo>
                  <a:lnTo>
                    <a:pt x="1081537" y="882299"/>
                  </a:lnTo>
                  <a:cubicBezTo>
                    <a:pt x="1036932" y="923534"/>
                    <a:pt x="1000306" y="971255"/>
                    <a:pt x="973333" y="1023655"/>
                  </a:cubicBezTo>
                  <a:lnTo>
                    <a:pt x="702053" y="990730"/>
                  </a:lnTo>
                  <a:lnTo>
                    <a:pt x="657608" y="1156599"/>
                  </a:lnTo>
                  <a:lnTo>
                    <a:pt x="908361" y="1263452"/>
                  </a:lnTo>
                  <a:cubicBezTo>
                    <a:pt x="905050" y="1323476"/>
                    <a:pt x="912950" y="1384344"/>
                    <a:pt x="931515" y="1443506"/>
                  </a:cubicBezTo>
                  <a:lnTo>
                    <a:pt x="715230" y="1612974"/>
                  </a:lnTo>
                  <a:lnTo>
                    <a:pt x="801090" y="1761689"/>
                  </a:lnTo>
                  <a:lnTo>
                    <a:pt x="1055997" y="1659114"/>
                  </a:lnTo>
                  <a:cubicBezTo>
                    <a:pt x="1097950" y="1704772"/>
                    <a:pt x="1146713" y="1742047"/>
                    <a:pt x="1200351" y="1769192"/>
                  </a:cubicBezTo>
                  <a:lnTo>
                    <a:pt x="1167511" y="2039778"/>
                  </a:lnTo>
                  <a:lnTo>
                    <a:pt x="1333381" y="2084222"/>
                  </a:lnTo>
                  <a:lnTo>
                    <a:pt x="1440507" y="1832824"/>
                  </a:lnTo>
                  <a:cubicBezTo>
                    <a:pt x="1499373" y="1835664"/>
                    <a:pt x="1559013" y="1827805"/>
                    <a:pt x="1617026" y="1809794"/>
                  </a:cubicBezTo>
                  <a:lnTo>
                    <a:pt x="1786145" y="2025634"/>
                  </a:lnTo>
                  <a:lnTo>
                    <a:pt x="1934860" y="1939773"/>
                  </a:lnTo>
                  <a:lnTo>
                    <a:pt x="1832497" y="1685392"/>
                  </a:lnTo>
                  <a:cubicBezTo>
                    <a:pt x="1877956" y="1643367"/>
                    <a:pt x="1915127" y="1594606"/>
                    <a:pt x="1942230" y="1541026"/>
                  </a:cubicBezTo>
                  <a:lnTo>
                    <a:pt x="2216557" y="1574319"/>
                  </a:lnTo>
                  <a:lnTo>
                    <a:pt x="2261001" y="1408451"/>
                  </a:lnTo>
                  <a:lnTo>
                    <a:pt x="2005909" y="1299749"/>
                  </a:lnTo>
                  <a:cubicBezTo>
                    <a:pt x="2008582" y="1241175"/>
                    <a:pt x="2000619" y="1181870"/>
                    <a:pt x="1982518" y="1124186"/>
                  </a:cubicBezTo>
                  <a:lnTo>
                    <a:pt x="2198805" y="954718"/>
                  </a:lnTo>
                  <a:lnTo>
                    <a:pt x="2112944" y="806003"/>
                  </a:lnTo>
                  <a:lnTo>
                    <a:pt x="1858037" y="908578"/>
                  </a:lnTo>
                  <a:cubicBezTo>
                    <a:pt x="1817133" y="864060"/>
                    <a:pt x="1769753" y="827512"/>
                    <a:pt x="1717690" y="800540"/>
                  </a:cubicBezTo>
                  <a:lnTo>
                    <a:pt x="1751098" y="525272"/>
                  </a:lnTo>
                  <a:close/>
                  <a:moveTo>
                    <a:pt x="3273121" y="417272"/>
                  </a:moveTo>
                  <a:lnTo>
                    <a:pt x="3135836" y="739442"/>
                  </a:lnTo>
                  <a:cubicBezTo>
                    <a:pt x="3058315" y="736398"/>
                    <a:pt x="2982143" y="746418"/>
                    <a:pt x="2910462" y="769381"/>
                  </a:cubicBezTo>
                  <a:lnTo>
                    <a:pt x="2695208" y="494658"/>
                  </a:lnTo>
                  <a:lnTo>
                    <a:pt x="2505277" y="604315"/>
                  </a:lnTo>
                  <a:lnTo>
                    <a:pt x="2635231" y="927263"/>
                  </a:lnTo>
                  <a:cubicBezTo>
                    <a:pt x="2578034" y="978479"/>
                    <a:pt x="2530200" y="1040583"/>
                    <a:pt x="2493537" y="1110777"/>
                  </a:cubicBezTo>
                  <a:lnTo>
                    <a:pt x="2145169" y="1068497"/>
                  </a:lnTo>
                  <a:lnTo>
                    <a:pt x="2088407" y="1280337"/>
                  </a:lnTo>
                  <a:lnTo>
                    <a:pt x="2411242" y="1417906"/>
                  </a:lnTo>
                  <a:cubicBezTo>
                    <a:pt x="2407897" y="1497026"/>
                    <a:pt x="2418271" y="1574726"/>
                    <a:pt x="2442196" y="1647680"/>
                  </a:cubicBezTo>
                  <a:lnTo>
                    <a:pt x="2168178" y="1862384"/>
                  </a:lnTo>
                  <a:lnTo>
                    <a:pt x="2277835" y="2052314"/>
                  </a:lnTo>
                  <a:lnTo>
                    <a:pt x="2601613" y="1922025"/>
                  </a:lnTo>
                  <a:cubicBezTo>
                    <a:pt x="2652209" y="1977751"/>
                    <a:pt x="2713166" y="2024514"/>
                    <a:pt x="2781823" y="2060639"/>
                  </a:cubicBezTo>
                  <a:lnTo>
                    <a:pt x="2739630" y="2408289"/>
                  </a:lnTo>
                  <a:lnTo>
                    <a:pt x="2951470" y="2465051"/>
                  </a:lnTo>
                  <a:lnTo>
                    <a:pt x="3088756" y="2142881"/>
                  </a:lnTo>
                  <a:cubicBezTo>
                    <a:pt x="3167761" y="2145982"/>
                    <a:pt x="3245365" y="2135517"/>
                    <a:pt x="3318228" y="2111605"/>
                  </a:cubicBezTo>
                  <a:lnTo>
                    <a:pt x="3535902" y="2389412"/>
                  </a:lnTo>
                  <a:lnTo>
                    <a:pt x="3725832" y="2279756"/>
                  </a:lnTo>
                  <a:lnTo>
                    <a:pt x="3593629" y="1951219"/>
                  </a:lnTo>
                  <a:cubicBezTo>
                    <a:pt x="3648940" y="1900736"/>
                    <a:pt x="3695307" y="1839988"/>
                    <a:pt x="3731053" y="1771548"/>
                  </a:cubicBezTo>
                  <a:lnTo>
                    <a:pt x="4079422" y="1813828"/>
                  </a:lnTo>
                  <a:lnTo>
                    <a:pt x="4136185" y="1601988"/>
                  </a:lnTo>
                  <a:lnTo>
                    <a:pt x="3813348" y="1464419"/>
                  </a:lnTo>
                  <a:cubicBezTo>
                    <a:pt x="3816611" y="1387276"/>
                    <a:pt x="3806830" y="1311481"/>
                    <a:pt x="3784171" y="1240106"/>
                  </a:cubicBezTo>
                  <a:lnTo>
                    <a:pt x="4062931" y="1021687"/>
                  </a:lnTo>
                  <a:lnTo>
                    <a:pt x="3953274" y="831756"/>
                  </a:lnTo>
                  <a:lnTo>
                    <a:pt x="3625861" y="963508"/>
                  </a:lnTo>
                  <a:cubicBezTo>
                    <a:pt x="3574714" y="906367"/>
                    <a:pt x="3512740" y="858501"/>
                    <a:pt x="3442768" y="821684"/>
                  </a:cubicBezTo>
                  <a:lnTo>
                    <a:pt x="3484961" y="474035"/>
                  </a:lnTo>
                  <a:close/>
                  <a:moveTo>
                    <a:pt x="2325665" y="199"/>
                  </a:moveTo>
                  <a:cubicBezTo>
                    <a:pt x="3049367" y="7521"/>
                    <a:pt x="3674127" y="216119"/>
                    <a:pt x="4093862" y="533301"/>
                  </a:cubicBezTo>
                  <a:cubicBezTo>
                    <a:pt x="4597346" y="1004471"/>
                    <a:pt x="4729356" y="1648996"/>
                    <a:pt x="4644195" y="1981101"/>
                  </a:cubicBezTo>
                  <a:cubicBezTo>
                    <a:pt x="4487562" y="2267556"/>
                    <a:pt x="4490948" y="2355892"/>
                    <a:pt x="4517195" y="2497567"/>
                  </a:cubicBezTo>
                  <a:cubicBezTo>
                    <a:pt x="4680884" y="2813656"/>
                    <a:pt x="5069363" y="3282145"/>
                    <a:pt x="5008262" y="3445834"/>
                  </a:cubicBezTo>
                  <a:cubicBezTo>
                    <a:pt x="4915552" y="3639721"/>
                    <a:pt x="4551062" y="3490707"/>
                    <a:pt x="4551062" y="3547434"/>
                  </a:cubicBezTo>
                  <a:cubicBezTo>
                    <a:pt x="4599392" y="3791733"/>
                    <a:pt x="4617561" y="3739168"/>
                    <a:pt x="4642078" y="3888217"/>
                  </a:cubicBezTo>
                  <a:cubicBezTo>
                    <a:pt x="4623205" y="3973765"/>
                    <a:pt x="4545593" y="3983115"/>
                    <a:pt x="4491795" y="4013101"/>
                  </a:cubicBezTo>
                  <a:cubicBezTo>
                    <a:pt x="4534657" y="4051377"/>
                    <a:pt x="4607683" y="4118228"/>
                    <a:pt x="4606095" y="4199367"/>
                  </a:cubicBezTo>
                  <a:cubicBezTo>
                    <a:pt x="4572228" y="4341184"/>
                    <a:pt x="4366912" y="4406800"/>
                    <a:pt x="4339395" y="4504167"/>
                  </a:cubicBezTo>
                  <a:cubicBezTo>
                    <a:pt x="4335162" y="4601534"/>
                    <a:pt x="4440465" y="4705250"/>
                    <a:pt x="4440995" y="4834367"/>
                  </a:cubicBezTo>
                  <a:cubicBezTo>
                    <a:pt x="4431293" y="4961544"/>
                    <a:pt x="4426354" y="5042682"/>
                    <a:pt x="4305528" y="5103184"/>
                  </a:cubicBezTo>
                  <a:cubicBezTo>
                    <a:pt x="3916237" y="5234065"/>
                    <a:pt x="3676173" y="5079195"/>
                    <a:pt x="3424995" y="5003701"/>
                  </a:cubicBezTo>
                  <a:cubicBezTo>
                    <a:pt x="3245784" y="5261934"/>
                    <a:pt x="3295173" y="5647168"/>
                    <a:pt x="3230262" y="5968901"/>
                  </a:cubicBezTo>
                  <a:cubicBezTo>
                    <a:pt x="2430867" y="5908223"/>
                    <a:pt x="1028223" y="5999945"/>
                    <a:pt x="927328" y="5443967"/>
                  </a:cubicBezTo>
                  <a:lnTo>
                    <a:pt x="1054328" y="3970767"/>
                  </a:lnTo>
                  <a:cubicBezTo>
                    <a:pt x="436967" y="3363989"/>
                    <a:pt x="-116894" y="2274612"/>
                    <a:pt x="21395" y="1540834"/>
                  </a:cubicBezTo>
                  <a:cubicBezTo>
                    <a:pt x="163917" y="938290"/>
                    <a:pt x="513450" y="305265"/>
                    <a:pt x="1572912" y="63401"/>
                  </a:cubicBezTo>
                  <a:cubicBezTo>
                    <a:pt x="1832204" y="17681"/>
                    <a:pt x="2084431" y="-2242"/>
                    <a:pt x="2325665" y="19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49" err="1">
                <a:solidFill>
                  <a:schemeClr val="tx1"/>
                </a:solidFill>
              </a:endParaRPr>
            </a:p>
          </p:txBody>
        </p:sp>
        <p:sp>
          <p:nvSpPr>
            <p:cNvPr id="15" name="Round Same Side Corner Rectangle 65">
              <a:extLst>
                <a:ext uri="{FF2B5EF4-FFF2-40B4-BE49-F238E27FC236}">
                  <a16:creationId xmlns:a16="http://schemas.microsoft.com/office/drawing/2014/main" id="{14CA1B99-7B2D-41E0-8E02-3CEE90016B8F}"/>
                </a:ext>
              </a:extLst>
            </p:cNvPr>
            <p:cNvSpPr/>
            <p:nvPr/>
          </p:nvSpPr>
          <p:spPr>
            <a:xfrm flipV="1">
              <a:off x="4209988" y="5052302"/>
              <a:ext cx="7828321" cy="725982"/>
            </a:xfrm>
            <a:prstGeom prst="round2Same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49">
                <a:solidFill>
                  <a:srgbClr val="282828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1D48A7-3E28-493F-85A3-81C1557BC9DB}"/>
                </a:ext>
              </a:extLst>
            </p:cNvPr>
            <p:cNvSpPr/>
            <p:nvPr/>
          </p:nvSpPr>
          <p:spPr>
            <a:xfrm>
              <a:off x="4547664" y="5223856"/>
              <a:ext cx="7152970" cy="382874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algn="ctr" defTabSz="342956">
                <a:defRPr/>
              </a:pPr>
              <a:r>
                <a:rPr lang="en-US" sz="2041" b="1" dirty="0">
                  <a:ea typeface="ＭＳ Ｐゴシック" charset="0"/>
                </a:rPr>
                <a:t>Wearable Smart Patch</a:t>
              </a:r>
              <a:endParaRPr lang="en-US" sz="2041" dirty="0">
                <a:ea typeface="ＭＳ Ｐゴシック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5EA108-5AE8-A01C-E804-F9C59F15C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8CA39-C032-BCB0-55C5-12937B7E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3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39EA-AF0C-ED72-A550-EE7F4C50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 on 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CB1D-0C52-3F8F-7EE9-9F13808E8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Infrastructure Setup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Device Authorization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Server Maintenance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Clinical Validation of Data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FC442-384D-4C81-4D95-757E9602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15FBE-D343-FF07-6465-21CB0FE93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10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0BF6-50F3-77EC-F815-D27BEB30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Open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CA7A3-F5E0-B34C-3D96-DB37651CE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Current Enclosures [ MVO1]  are 3D –Printed  hence brittle. Will need to handle with Care.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Current enclosure [MVO1] are not  IP rated . 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Metal part have bonding issues and may not sustain more than a year’s usage.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Longevity Test [End of Life] has not been conducted yet.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Long Usage (Connect- Disconnect) of ECG-USB Cables yet to be done.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48BD8-C648-CA5B-5925-FBA9F01F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D23FB-9081-9724-4E0D-EC03F62D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20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382-955E-5234-4786-72181F4B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9753-9522-3433-93D1-FF0102DED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48678"/>
            <a:ext cx="6516500" cy="36204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MVO1 per device cost : 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5450 INR   per device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EBOM		4000 INR	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MBOM		1250 INR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Packaging 		  100 INR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Adhesive Samples	  100  INR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BBC83-E85F-ABAD-B015-2AAC609A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B2404-36AC-56EF-63FD-CD6E5ABA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1F169F-583D-615F-1C39-94CD18ECF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904" y="1992430"/>
            <a:ext cx="2603983" cy="193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60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3F1B-DABD-4990-AE73-5AE1448B9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385" y="198451"/>
            <a:ext cx="11201401" cy="41159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Development and Delivery Timeline  MVO1</a:t>
            </a:r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3C717C7E-14CE-4ED2-82EB-E7EAD78D4D53}"/>
              </a:ext>
            </a:extLst>
          </p:cNvPr>
          <p:cNvGrpSpPr/>
          <p:nvPr/>
        </p:nvGrpSpPr>
        <p:grpSpPr>
          <a:xfrm>
            <a:off x="937385" y="2684687"/>
            <a:ext cx="10161887" cy="2286000"/>
            <a:chOff x="676760" y="2727176"/>
            <a:chExt cx="7884144" cy="2286000"/>
          </a:xfrm>
        </p:grpSpPr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C8475C70-D835-4049-B986-8E63AB77FC7E}"/>
                </a:ext>
              </a:extLst>
            </p:cNvPr>
            <p:cNvSpPr/>
            <p:nvPr/>
          </p:nvSpPr>
          <p:spPr>
            <a:xfrm>
              <a:off x="676760" y="4436233"/>
              <a:ext cx="1787568" cy="576943"/>
            </a:xfrm>
            <a:custGeom>
              <a:avLst/>
              <a:gdLst>
                <a:gd name="connsiteX0" fmla="*/ 0 w 1469571"/>
                <a:gd name="connsiteY0" fmla="*/ 576943 h 576943"/>
                <a:gd name="connsiteX1" fmla="*/ 1469571 w 1469571"/>
                <a:gd name="connsiteY1" fmla="*/ 576943 h 576943"/>
                <a:gd name="connsiteX2" fmla="*/ 1469571 w 1469571"/>
                <a:gd name="connsiteY2" fmla="*/ 0 h 576943"/>
                <a:gd name="connsiteX0" fmla="*/ 0 w 1992085"/>
                <a:gd name="connsiteY0" fmla="*/ 576943 h 576943"/>
                <a:gd name="connsiteX1" fmla="*/ 1992085 w 1992085"/>
                <a:gd name="connsiteY1" fmla="*/ 576943 h 576943"/>
                <a:gd name="connsiteX2" fmla="*/ 1992085 w 1992085"/>
                <a:gd name="connsiteY2" fmla="*/ 0 h 57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2085" h="576943">
                  <a:moveTo>
                    <a:pt x="0" y="576943"/>
                  </a:moveTo>
                  <a:lnTo>
                    <a:pt x="1992085" y="576943"/>
                  </a:lnTo>
                  <a:lnTo>
                    <a:pt x="1992085" y="0"/>
                  </a:lnTo>
                </a:path>
              </a:pathLst>
            </a:custGeom>
            <a:ln w="635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285E1303-2B83-4703-9684-D9E120C64D47}"/>
                </a:ext>
              </a:extLst>
            </p:cNvPr>
            <p:cNvSpPr/>
            <p:nvPr/>
          </p:nvSpPr>
          <p:spPr>
            <a:xfrm>
              <a:off x="2459969" y="3881062"/>
              <a:ext cx="1469571" cy="576943"/>
            </a:xfrm>
            <a:custGeom>
              <a:avLst/>
              <a:gdLst>
                <a:gd name="connsiteX0" fmla="*/ 0 w 1469571"/>
                <a:gd name="connsiteY0" fmla="*/ 576943 h 576943"/>
                <a:gd name="connsiteX1" fmla="*/ 1469571 w 1469571"/>
                <a:gd name="connsiteY1" fmla="*/ 576943 h 576943"/>
                <a:gd name="connsiteX2" fmla="*/ 1469571 w 1469571"/>
                <a:gd name="connsiteY2" fmla="*/ 0 h 57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69571" h="576943">
                  <a:moveTo>
                    <a:pt x="0" y="576943"/>
                  </a:moveTo>
                  <a:lnTo>
                    <a:pt x="1469571" y="576943"/>
                  </a:lnTo>
                  <a:lnTo>
                    <a:pt x="1469571" y="0"/>
                  </a:lnTo>
                </a:path>
              </a:pathLst>
            </a:custGeom>
            <a:ln w="635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4EEC52F9-7EC8-4AED-AF4C-35CFD4A9B462}"/>
                </a:ext>
              </a:extLst>
            </p:cNvPr>
            <p:cNvSpPr/>
            <p:nvPr/>
          </p:nvSpPr>
          <p:spPr>
            <a:xfrm>
              <a:off x="3897764" y="3304119"/>
              <a:ext cx="1469571" cy="576943"/>
            </a:xfrm>
            <a:custGeom>
              <a:avLst/>
              <a:gdLst>
                <a:gd name="connsiteX0" fmla="*/ 0 w 1469571"/>
                <a:gd name="connsiteY0" fmla="*/ 576943 h 576943"/>
                <a:gd name="connsiteX1" fmla="*/ 1469571 w 1469571"/>
                <a:gd name="connsiteY1" fmla="*/ 576943 h 576943"/>
                <a:gd name="connsiteX2" fmla="*/ 1469571 w 1469571"/>
                <a:gd name="connsiteY2" fmla="*/ 0 h 57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69571" h="576943">
                  <a:moveTo>
                    <a:pt x="0" y="576943"/>
                  </a:moveTo>
                  <a:lnTo>
                    <a:pt x="1469571" y="576943"/>
                  </a:lnTo>
                  <a:lnTo>
                    <a:pt x="1469571" y="0"/>
                  </a:lnTo>
                </a:path>
              </a:pathLst>
            </a:custGeom>
            <a:ln w="635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F4E3D70-AF97-46AB-ABB2-7A175AFE9EF6}"/>
                </a:ext>
              </a:extLst>
            </p:cNvPr>
            <p:cNvSpPr/>
            <p:nvPr/>
          </p:nvSpPr>
          <p:spPr>
            <a:xfrm>
              <a:off x="5334677" y="2727176"/>
              <a:ext cx="1469571" cy="576943"/>
            </a:xfrm>
            <a:custGeom>
              <a:avLst/>
              <a:gdLst>
                <a:gd name="connsiteX0" fmla="*/ 0 w 1469571"/>
                <a:gd name="connsiteY0" fmla="*/ 576943 h 576943"/>
                <a:gd name="connsiteX1" fmla="*/ 1469571 w 1469571"/>
                <a:gd name="connsiteY1" fmla="*/ 576943 h 576943"/>
                <a:gd name="connsiteX2" fmla="*/ 1469571 w 1469571"/>
                <a:gd name="connsiteY2" fmla="*/ 0 h 57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69571" h="576943">
                  <a:moveTo>
                    <a:pt x="0" y="576943"/>
                  </a:moveTo>
                  <a:lnTo>
                    <a:pt x="1469571" y="576943"/>
                  </a:lnTo>
                  <a:lnTo>
                    <a:pt x="1469571" y="0"/>
                  </a:lnTo>
                </a:path>
              </a:pathLst>
            </a:custGeom>
            <a:ln w="635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" name="Straight Connector 9">
              <a:extLst>
                <a:ext uri="{FF2B5EF4-FFF2-40B4-BE49-F238E27FC236}">
                  <a16:creationId xmlns:a16="http://schemas.microsoft.com/office/drawing/2014/main" id="{FFDE1429-7CA4-42F5-80DF-C23ED4E9B83C}"/>
                </a:ext>
              </a:extLst>
            </p:cNvPr>
            <p:cNvCxnSpPr/>
            <p:nvPr/>
          </p:nvCxnSpPr>
          <p:spPr>
            <a:xfrm>
              <a:off x="6773145" y="2727176"/>
              <a:ext cx="1787759" cy="0"/>
            </a:xfrm>
            <a:prstGeom prst="line">
              <a:avLst/>
            </a:prstGeom>
            <a:ln w="635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4">
            <a:extLst>
              <a:ext uri="{FF2B5EF4-FFF2-40B4-BE49-F238E27FC236}">
                <a16:creationId xmlns:a16="http://schemas.microsoft.com/office/drawing/2014/main" id="{B4FDD53D-C81B-4C81-B98B-7BD17BF62A5E}"/>
              </a:ext>
            </a:extLst>
          </p:cNvPr>
          <p:cNvSpPr/>
          <p:nvPr/>
        </p:nvSpPr>
        <p:spPr>
          <a:xfrm rot="18900000">
            <a:off x="1845380" y="4646431"/>
            <a:ext cx="626740" cy="626740"/>
          </a:xfrm>
          <a:prstGeom prst="teardrop">
            <a:avLst/>
          </a:prstGeom>
          <a:solidFill>
            <a:schemeClr val="bg1"/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F843F3-B66D-48DB-BC20-798DA7174484}"/>
              </a:ext>
            </a:extLst>
          </p:cNvPr>
          <p:cNvSpPr/>
          <p:nvPr/>
        </p:nvSpPr>
        <p:spPr>
          <a:xfrm rot="18900000">
            <a:off x="3780247" y="4076193"/>
            <a:ext cx="626740" cy="626740"/>
          </a:xfrm>
          <a:prstGeom prst="teardrop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B8D9ED57-4D05-4505-B086-228A6D066F6C}"/>
              </a:ext>
            </a:extLst>
          </p:cNvPr>
          <p:cNvSpPr/>
          <p:nvPr/>
        </p:nvSpPr>
        <p:spPr>
          <a:xfrm rot="18900000">
            <a:off x="5708131" y="3505956"/>
            <a:ext cx="626740" cy="626740"/>
          </a:xfrm>
          <a:prstGeom prst="teardrop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BCCAAC59-510B-4B38-9C20-CFCE48ED2320}"/>
              </a:ext>
            </a:extLst>
          </p:cNvPr>
          <p:cNvSpPr/>
          <p:nvPr/>
        </p:nvSpPr>
        <p:spPr>
          <a:xfrm rot="8100000">
            <a:off x="7660620" y="2935719"/>
            <a:ext cx="626740" cy="626740"/>
          </a:xfrm>
          <a:prstGeom prst="teardrop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8" name="Group 22">
            <a:extLst>
              <a:ext uri="{FF2B5EF4-FFF2-40B4-BE49-F238E27FC236}">
                <a16:creationId xmlns:a16="http://schemas.microsoft.com/office/drawing/2014/main" id="{7C788034-ADEB-4D62-9C72-55FB3DB3B9FA}"/>
              </a:ext>
            </a:extLst>
          </p:cNvPr>
          <p:cNvGrpSpPr/>
          <p:nvPr/>
        </p:nvGrpSpPr>
        <p:grpSpPr>
          <a:xfrm>
            <a:off x="2077109" y="3776911"/>
            <a:ext cx="155342" cy="630290"/>
            <a:chOff x="1408027" y="3273555"/>
            <a:chExt cx="155342" cy="630290"/>
          </a:xfrm>
          <a:solidFill>
            <a:schemeClr val="bg1">
              <a:lumMod val="65000"/>
            </a:schemeClr>
          </a:solidFill>
        </p:grpSpPr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7D6B1CD1-0AAE-41FA-8C4A-0B998D47337E}"/>
                </a:ext>
              </a:extLst>
            </p:cNvPr>
            <p:cNvSpPr/>
            <p:nvPr/>
          </p:nvSpPr>
          <p:spPr>
            <a:xfrm>
              <a:off x="1408027" y="3748503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Oval 20">
              <a:extLst>
                <a:ext uri="{FF2B5EF4-FFF2-40B4-BE49-F238E27FC236}">
                  <a16:creationId xmlns:a16="http://schemas.microsoft.com/office/drawing/2014/main" id="{A6359FF8-B673-4747-9270-6D95F98DD312}"/>
                </a:ext>
              </a:extLst>
            </p:cNvPr>
            <p:cNvSpPr/>
            <p:nvPr/>
          </p:nvSpPr>
          <p:spPr>
            <a:xfrm>
              <a:off x="1408027" y="3511029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Oval 21">
              <a:extLst>
                <a:ext uri="{FF2B5EF4-FFF2-40B4-BE49-F238E27FC236}">
                  <a16:creationId xmlns:a16="http://schemas.microsoft.com/office/drawing/2014/main" id="{C878D0CB-CB53-42A9-A2A4-C250966EAA18}"/>
                </a:ext>
              </a:extLst>
            </p:cNvPr>
            <p:cNvSpPr/>
            <p:nvPr/>
          </p:nvSpPr>
          <p:spPr>
            <a:xfrm>
              <a:off x="1408027" y="3273555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2" name="Group 23">
            <a:extLst>
              <a:ext uri="{FF2B5EF4-FFF2-40B4-BE49-F238E27FC236}">
                <a16:creationId xmlns:a16="http://schemas.microsoft.com/office/drawing/2014/main" id="{8DEBF88E-873C-45C2-B9A0-377AC419FE07}"/>
              </a:ext>
            </a:extLst>
          </p:cNvPr>
          <p:cNvGrpSpPr/>
          <p:nvPr/>
        </p:nvGrpSpPr>
        <p:grpSpPr>
          <a:xfrm>
            <a:off x="4015946" y="3246064"/>
            <a:ext cx="155342" cy="630290"/>
            <a:chOff x="1408027" y="3273555"/>
            <a:chExt cx="155342" cy="630290"/>
          </a:xfrm>
          <a:solidFill>
            <a:schemeClr val="accent1"/>
          </a:solidFill>
        </p:grpSpPr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DCA08ED4-1EBE-41FE-A3AD-54CDE1EAD328}"/>
                </a:ext>
              </a:extLst>
            </p:cNvPr>
            <p:cNvSpPr/>
            <p:nvPr/>
          </p:nvSpPr>
          <p:spPr>
            <a:xfrm>
              <a:off x="1408027" y="3748503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Oval 25">
              <a:extLst>
                <a:ext uri="{FF2B5EF4-FFF2-40B4-BE49-F238E27FC236}">
                  <a16:creationId xmlns:a16="http://schemas.microsoft.com/office/drawing/2014/main" id="{5B78FA2C-548A-4816-8024-E323348DF92E}"/>
                </a:ext>
              </a:extLst>
            </p:cNvPr>
            <p:cNvSpPr/>
            <p:nvPr/>
          </p:nvSpPr>
          <p:spPr>
            <a:xfrm>
              <a:off x="1408027" y="3511029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Oval 26">
              <a:extLst>
                <a:ext uri="{FF2B5EF4-FFF2-40B4-BE49-F238E27FC236}">
                  <a16:creationId xmlns:a16="http://schemas.microsoft.com/office/drawing/2014/main" id="{B5EEDA00-CBF3-42F2-9775-758F48708B0D}"/>
                </a:ext>
              </a:extLst>
            </p:cNvPr>
            <p:cNvSpPr/>
            <p:nvPr/>
          </p:nvSpPr>
          <p:spPr>
            <a:xfrm>
              <a:off x="1408027" y="3273555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6" name="Group 27">
            <a:extLst>
              <a:ext uri="{FF2B5EF4-FFF2-40B4-BE49-F238E27FC236}">
                <a16:creationId xmlns:a16="http://schemas.microsoft.com/office/drawing/2014/main" id="{E7400578-A4F5-49F5-84A7-D6AA4A72C4C4}"/>
              </a:ext>
            </a:extLst>
          </p:cNvPr>
          <p:cNvGrpSpPr/>
          <p:nvPr/>
        </p:nvGrpSpPr>
        <p:grpSpPr>
          <a:xfrm>
            <a:off x="5943830" y="2675223"/>
            <a:ext cx="155342" cy="630290"/>
            <a:chOff x="1408027" y="3273555"/>
            <a:chExt cx="155342" cy="630290"/>
          </a:xfrm>
          <a:solidFill>
            <a:schemeClr val="accent2"/>
          </a:solidFill>
        </p:grpSpPr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74D8F3DE-543D-42A2-9D43-3A6D2ED67201}"/>
                </a:ext>
              </a:extLst>
            </p:cNvPr>
            <p:cNvSpPr/>
            <p:nvPr/>
          </p:nvSpPr>
          <p:spPr>
            <a:xfrm>
              <a:off x="1408027" y="3748503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Oval 29">
              <a:extLst>
                <a:ext uri="{FF2B5EF4-FFF2-40B4-BE49-F238E27FC236}">
                  <a16:creationId xmlns:a16="http://schemas.microsoft.com/office/drawing/2014/main" id="{A677C17C-5079-4A15-8560-3E63B3591F76}"/>
                </a:ext>
              </a:extLst>
            </p:cNvPr>
            <p:cNvSpPr/>
            <p:nvPr/>
          </p:nvSpPr>
          <p:spPr>
            <a:xfrm>
              <a:off x="1408027" y="3511029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Oval 30">
              <a:extLst>
                <a:ext uri="{FF2B5EF4-FFF2-40B4-BE49-F238E27FC236}">
                  <a16:creationId xmlns:a16="http://schemas.microsoft.com/office/drawing/2014/main" id="{9A324095-ED7B-41E5-9D5F-5F77925612E9}"/>
                </a:ext>
              </a:extLst>
            </p:cNvPr>
            <p:cNvSpPr/>
            <p:nvPr/>
          </p:nvSpPr>
          <p:spPr>
            <a:xfrm>
              <a:off x="1408027" y="3273555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0" name="Group 31">
            <a:extLst>
              <a:ext uri="{FF2B5EF4-FFF2-40B4-BE49-F238E27FC236}">
                <a16:creationId xmlns:a16="http://schemas.microsoft.com/office/drawing/2014/main" id="{91AF790B-3A82-4D22-8FB2-7FA532F69A26}"/>
              </a:ext>
            </a:extLst>
          </p:cNvPr>
          <p:cNvGrpSpPr/>
          <p:nvPr/>
        </p:nvGrpSpPr>
        <p:grpSpPr>
          <a:xfrm>
            <a:off x="7896319" y="3784998"/>
            <a:ext cx="155342" cy="630290"/>
            <a:chOff x="1408027" y="3273555"/>
            <a:chExt cx="155342" cy="630290"/>
          </a:xfrm>
          <a:solidFill>
            <a:schemeClr val="accent3"/>
          </a:solidFill>
        </p:grpSpPr>
        <p:sp>
          <p:nvSpPr>
            <p:cNvPr id="31" name="Oval 32">
              <a:extLst>
                <a:ext uri="{FF2B5EF4-FFF2-40B4-BE49-F238E27FC236}">
                  <a16:creationId xmlns:a16="http://schemas.microsoft.com/office/drawing/2014/main" id="{DAA25E8C-D3EB-42F3-A735-1DAEA686B38E}"/>
                </a:ext>
              </a:extLst>
            </p:cNvPr>
            <p:cNvSpPr/>
            <p:nvPr/>
          </p:nvSpPr>
          <p:spPr>
            <a:xfrm>
              <a:off x="1408027" y="3748503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Oval 33">
              <a:extLst>
                <a:ext uri="{FF2B5EF4-FFF2-40B4-BE49-F238E27FC236}">
                  <a16:creationId xmlns:a16="http://schemas.microsoft.com/office/drawing/2014/main" id="{9FE5F157-D4E5-4996-ACE2-2346B26CC827}"/>
                </a:ext>
              </a:extLst>
            </p:cNvPr>
            <p:cNvSpPr/>
            <p:nvPr/>
          </p:nvSpPr>
          <p:spPr>
            <a:xfrm>
              <a:off x="1408027" y="3511029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Oval 34">
              <a:extLst>
                <a:ext uri="{FF2B5EF4-FFF2-40B4-BE49-F238E27FC236}">
                  <a16:creationId xmlns:a16="http://schemas.microsoft.com/office/drawing/2014/main" id="{0B867FA1-C5A8-4FA9-8EFD-8C2A4B2AE169}"/>
                </a:ext>
              </a:extLst>
            </p:cNvPr>
            <p:cNvSpPr/>
            <p:nvPr/>
          </p:nvSpPr>
          <p:spPr>
            <a:xfrm>
              <a:off x="1408027" y="3273555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4" name="Group 35">
            <a:extLst>
              <a:ext uri="{FF2B5EF4-FFF2-40B4-BE49-F238E27FC236}">
                <a16:creationId xmlns:a16="http://schemas.microsoft.com/office/drawing/2014/main" id="{83D19C70-4667-4F0C-9FAC-F6BB102ED7B9}"/>
              </a:ext>
            </a:extLst>
          </p:cNvPr>
          <p:cNvGrpSpPr/>
          <p:nvPr/>
        </p:nvGrpSpPr>
        <p:grpSpPr>
          <a:xfrm>
            <a:off x="9822885" y="3211841"/>
            <a:ext cx="155342" cy="630290"/>
            <a:chOff x="1408027" y="3273555"/>
            <a:chExt cx="155342" cy="630290"/>
          </a:xfrm>
          <a:solidFill>
            <a:schemeClr val="accent4"/>
          </a:solidFill>
        </p:grpSpPr>
        <p:sp>
          <p:nvSpPr>
            <p:cNvPr id="35" name="Oval 36">
              <a:extLst>
                <a:ext uri="{FF2B5EF4-FFF2-40B4-BE49-F238E27FC236}">
                  <a16:creationId xmlns:a16="http://schemas.microsoft.com/office/drawing/2014/main" id="{8F64A99E-493F-4341-ABF4-12F6AAB4F7F9}"/>
                </a:ext>
              </a:extLst>
            </p:cNvPr>
            <p:cNvSpPr/>
            <p:nvPr/>
          </p:nvSpPr>
          <p:spPr>
            <a:xfrm>
              <a:off x="1408027" y="3748503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Oval 37">
              <a:extLst>
                <a:ext uri="{FF2B5EF4-FFF2-40B4-BE49-F238E27FC236}">
                  <a16:creationId xmlns:a16="http://schemas.microsoft.com/office/drawing/2014/main" id="{9F9111DD-4FB6-4776-BA5C-1D3592720572}"/>
                </a:ext>
              </a:extLst>
            </p:cNvPr>
            <p:cNvSpPr/>
            <p:nvPr/>
          </p:nvSpPr>
          <p:spPr>
            <a:xfrm>
              <a:off x="1408027" y="3511029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Oval 38">
              <a:extLst>
                <a:ext uri="{FF2B5EF4-FFF2-40B4-BE49-F238E27FC236}">
                  <a16:creationId xmlns:a16="http://schemas.microsoft.com/office/drawing/2014/main" id="{74A2C517-151A-4610-A0DA-F48BBBD2C830}"/>
                </a:ext>
              </a:extLst>
            </p:cNvPr>
            <p:cNvSpPr/>
            <p:nvPr/>
          </p:nvSpPr>
          <p:spPr>
            <a:xfrm>
              <a:off x="1408027" y="3273555"/>
              <a:ext cx="155342" cy="1553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8" name="Oval 17">
            <a:extLst>
              <a:ext uri="{FF2B5EF4-FFF2-40B4-BE49-F238E27FC236}">
                <a16:creationId xmlns:a16="http://schemas.microsoft.com/office/drawing/2014/main" id="{0895B605-9CBF-43C9-ABF9-22AC0EF3EB6B}"/>
              </a:ext>
            </a:extLst>
          </p:cNvPr>
          <p:cNvSpPr/>
          <p:nvPr/>
        </p:nvSpPr>
        <p:spPr>
          <a:xfrm rot="8100000">
            <a:off x="9586258" y="2251774"/>
            <a:ext cx="626740" cy="626740"/>
          </a:xfrm>
          <a:prstGeom prst="teardrop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61" name="Group 217">
            <a:extLst>
              <a:ext uri="{FF2B5EF4-FFF2-40B4-BE49-F238E27FC236}">
                <a16:creationId xmlns:a16="http://schemas.microsoft.com/office/drawing/2014/main" id="{D5596805-0E95-47C3-8E9F-EB059E6017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63250" y="2877464"/>
            <a:ext cx="483800" cy="480174"/>
            <a:chOff x="3734" y="1898"/>
            <a:chExt cx="267" cy="265"/>
          </a:xfrm>
          <a:solidFill>
            <a:schemeClr val="bg1"/>
          </a:solidFill>
        </p:grpSpPr>
        <p:sp>
          <p:nvSpPr>
            <p:cNvPr id="62" name="Freeform 218">
              <a:extLst>
                <a:ext uri="{FF2B5EF4-FFF2-40B4-BE49-F238E27FC236}">
                  <a16:creationId xmlns:a16="http://schemas.microsoft.com/office/drawing/2014/main" id="{5BF2615B-7512-418D-8ACA-59DE04DA9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1934"/>
              <a:ext cx="223" cy="229"/>
            </a:xfrm>
            <a:custGeom>
              <a:avLst/>
              <a:gdLst>
                <a:gd name="T0" fmla="*/ 300 w 353"/>
                <a:gd name="T1" fmla="*/ 105 h 365"/>
                <a:gd name="T2" fmla="*/ 260 w 353"/>
                <a:gd name="T3" fmla="*/ 300 h 365"/>
                <a:gd name="T4" fmla="*/ 65 w 353"/>
                <a:gd name="T5" fmla="*/ 260 h 365"/>
                <a:gd name="T6" fmla="*/ 105 w 353"/>
                <a:gd name="T7" fmla="*/ 65 h 365"/>
                <a:gd name="T8" fmla="*/ 260 w 353"/>
                <a:gd name="T9" fmla="*/ 65 h 365"/>
                <a:gd name="T10" fmla="*/ 275 w 353"/>
                <a:gd name="T11" fmla="*/ 50 h 365"/>
                <a:gd name="T12" fmla="*/ 51 w 353"/>
                <a:gd name="T13" fmla="*/ 90 h 365"/>
                <a:gd name="T14" fmla="*/ 91 w 353"/>
                <a:gd name="T15" fmla="*/ 314 h 365"/>
                <a:gd name="T16" fmla="*/ 315 w 353"/>
                <a:gd name="T17" fmla="*/ 274 h 365"/>
                <a:gd name="T18" fmla="*/ 315 w 353"/>
                <a:gd name="T19" fmla="*/ 90 h 365"/>
                <a:gd name="T20" fmla="*/ 300 w 353"/>
                <a:gd name="T21" fmla="*/ 10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365">
                  <a:moveTo>
                    <a:pt x="300" y="105"/>
                  </a:moveTo>
                  <a:cubicBezTo>
                    <a:pt x="343" y="170"/>
                    <a:pt x="325" y="257"/>
                    <a:pt x="260" y="300"/>
                  </a:cubicBezTo>
                  <a:cubicBezTo>
                    <a:pt x="195" y="343"/>
                    <a:pt x="108" y="325"/>
                    <a:pt x="65" y="260"/>
                  </a:cubicBezTo>
                  <a:cubicBezTo>
                    <a:pt x="22" y="195"/>
                    <a:pt x="40" y="108"/>
                    <a:pt x="105" y="65"/>
                  </a:cubicBezTo>
                  <a:cubicBezTo>
                    <a:pt x="152" y="34"/>
                    <a:pt x="213" y="34"/>
                    <a:pt x="260" y="65"/>
                  </a:cubicBezTo>
                  <a:cubicBezTo>
                    <a:pt x="275" y="50"/>
                    <a:pt x="275" y="50"/>
                    <a:pt x="275" y="50"/>
                  </a:cubicBezTo>
                  <a:cubicBezTo>
                    <a:pt x="202" y="0"/>
                    <a:pt x="101" y="17"/>
                    <a:pt x="51" y="90"/>
                  </a:cubicBezTo>
                  <a:cubicBezTo>
                    <a:pt x="0" y="163"/>
                    <a:pt x="18" y="264"/>
                    <a:pt x="91" y="314"/>
                  </a:cubicBezTo>
                  <a:cubicBezTo>
                    <a:pt x="163" y="365"/>
                    <a:pt x="264" y="347"/>
                    <a:pt x="315" y="274"/>
                  </a:cubicBezTo>
                  <a:cubicBezTo>
                    <a:pt x="353" y="219"/>
                    <a:pt x="353" y="146"/>
                    <a:pt x="315" y="90"/>
                  </a:cubicBezTo>
                  <a:lnTo>
                    <a:pt x="30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Freeform 219">
              <a:extLst>
                <a:ext uri="{FF2B5EF4-FFF2-40B4-BE49-F238E27FC236}">
                  <a16:creationId xmlns:a16="http://schemas.microsoft.com/office/drawing/2014/main" id="{D1350139-ECCF-4969-B175-A4C29D49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" y="1976"/>
              <a:ext cx="138" cy="145"/>
            </a:xfrm>
            <a:custGeom>
              <a:avLst/>
              <a:gdLst>
                <a:gd name="T0" fmla="*/ 115 w 219"/>
                <a:gd name="T1" fmla="*/ 34 h 229"/>
                <a:gd name="T2" fmla="*/ 148 w 219"/>
                <a:gd name="T3" fmla="*/ 41 h 229"/>
                <a:gd name="T4" fmla="*/ 163 w 219"/>
                <a:gd name="T5" fmla="*/ 26 h 229"/>
                <a:gd name="T6" fmla="*/ 27 w 219"/>
                <a:gd name="T7" fmla="*/ 66 h 229"/>
                <a:gd name="T8" fmla="*/ 67 w 219"/>
                <a:gd name="T9" fmla="*/ 202 h 229"/>
                <a:gd name="T10" fmla="*/ 203 w 219"/>
                <a:gd name="T11" fmla="*/ 162 h 229"/>
                <a:gd name="T12" fmla="*/ 203 w 219"/>
                <a:gd name="T13" fmla="*/ 66 h 229"/>
                <a:gd name="T14" fmla="*/ 188 w 219"/>
                <a:gd name="T15" fmla="*/ 81 h 229"/>
                <a:gd name="T16" fmla="*/ 195 w 219"/>
                <a:gd name="T17" fmla="*/ 114 h 229"/>
                <a:gd name="T18" fmla="*/ 115 w 219"/>
                <a:gd name="T19" fmla="*/ 194 h 229"/>
                <a:gd name="T20" fmla="*/ 35 w 219"/>
                <a:gd name="T21" fmla="*/ 114 h 229"/>
                <a:gd name="T22" fmla="*/ 115 w 219"/>
                <a:gd name="T23" fmla="*/ 3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9" h="229">
                  <a:moveTo>
                    <a:pt x="115" y="34"/>
                  </a:moveTo>
                  <a:cubicBezTo>
                    <a:pt x="126" y="34"/>
                    <a:pt x="137" y="37"/>
                    <a:pt x="148" y="41"/>
                  </a:cubicBezTo>
                  <a:cubicBezTo>
                    <a:pt x="163" y="26"/>
                    <a:pt x="163" y="26"/>
                    <a:pt x="163" y="26"/>
                  </a:cubicBezTo>
                  <a:cubicBezTo>
                    <a:pt x="114" y="0"/>
                    <a:pt x="53" y="18"/>
                    <a:pt x="27" y="66"/>
                  </a:cubicBezTo>
                  <a:cubicBezTo>
                    <a:pt x="0" y="115"/>
                    <a:pt x="18" y="176"/>
                    <a:pt x="67" y="202"/>
                  </a:cubicBezTo>
                  <a:cubicBezTo>
                    <a:pt x="115" y="229"/>
                    <a:pt x="176" y="211"/>
                    <a:pt x="203" y="162"/>
                  </a:cubicBezTo>
                  <a:cubicBezTo>
                    <a:pt x="219" y="132"/>
                    <a:pt x="219" y="96"/>
                    <a:pt x="203" y="66"/>
                  </a:cubicBezTo>
                  <a:cubicBezTo>
                    <a:pt x="188" y="81"/>
                    <a:pt x="188" y="81"/>
                    <a:pt x="188" y="81"/>
                  </a:cubicBezTo>
                  <a:cubicBezTo>
                    <a:pt x="192" y="92"/>
                    <a:pt x="195" y="103"/>
                    <a:pt x="195" y="114"/>
                  </a:cubicBezTo>
                  <a:cubicBezTo>
                    <a:pt x="195" y="158"/>
                    <a:pt x="159" y="194"/>
                    <a:pt x="115" y="194"/>
                  </a:cubicBezTo>
                  <a:cubicBezTo>
                    <a:pt x="71" y="194"/>
                    <a:pt x="35" y="158"/>
                    <a:pt x="35" y="114"/>
                  </a:cubicBezTo>
                  <a:cubicBezTo>
                    <a:pt x="35" y="70"/>
                    <a:pt x="71" y="34"/>
                    <a:pt x="115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Freeform 220">
              <a:extLst>
                <a:ext uri="{FF2B5EF4-FFF2-40B4-BE49-F238E27FC236}">
                  <a16:creationId xmlns:a16="http://schemas.microsoft.com/office/drawing/2014/main" id="{DE34CE98-8371-4E15-98DC-527DB18A5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898"/>
              <a:ext cx="156" cy="155"/>
            </a:xfrm>
            <a:custGeom>
              <a:avLst/>
              <a:gdLst>
                <a:gd name="T0" fmla="*/ 236 w 246"/>
                <a:gd name="T1" fmla="*/ 51 h 246"/>
                <a:gd name="T2" fmla="*/ 213 w 246"/>
                <a:gd name="T3" fmla="*/ 33 h 246"/>
                <a:gd name="T4" fmla="*/ 200 w 246"/>
                <a:gd name="T5" fmla="*/ 18 h 246"/>
                <a:gd name="T6" fmla="*/ 195 w 246"/>
                <a:gd name="T7" fmla="*/ 10 h 246"/>
                <a:gd name="T8" fmla="*/ 188 w 246"/>
                <a:gd name="T9" fmla="*/ 0 h 246"/>
                <a:gd name="T10" fmla="*/ 126 w 246"/>
                <a:gd name="T11" fmla="*/ 62 h 246"/>
                <a:gd name="T12" fmla="*/ 126 w 246"/>
                <a:gd name="T13" fmla="*/ 106 h 246"/>
                <a:gd name="T14" fmla="*/ 0 w 246"/>
                <a:gd name="T15" fmla="*/ 232 h 246"/>
                <a:gd name="T16" fmla="*/ 1 w 246"/>
                <a:gd name="T17" fmla="*/ 245 h 246"/>
                <a:gd name="T18" fmla="*/ 14 w 246"/>
                <a:gd name="T19" fmla="*/ 246 h 246"/>
                <a:gd name="T20" fmla="*/ 140 w 246"/>
                <a:gd name="T21" fmla="*/ 120 h 246"/>
                <a:gd name="T22" fmla="*/ 184 w 246"/>
                <a:gd name="T23" fmla="*/ 120 h 246"/>
                <a:gd name="T24" fmla="*/ 246 w 246"/>
                <a:gd name="T25" fmla="*/ 58 h 246"/>
                <a:gd name="T26" fmla="*/ 236 w 246"/>
                <a:gd name="T27" fmla="*/ 5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6" h="246">
                  <a:moveTo>
                    <a:pt x="236" y="51"/>
                  </a:moveTo>
                  <a:cubicBezTo>
                    <a:pt x="228" y="46"/>
                    <a:pt x="220" y="40"/>
                    <a:pt x="213" y="33"/>
                  </a:cubicBezTo>
                  <a:cubicBezTo>
                    <a:pt x="209" y="28"/>
                    <a:pt x="204" y="23"/>
                    <a:pt x="200" y="18"/>
                  </a:cubicBezTo>
                  <a:cubicBezTo>
                    <a:pt x="197" y="13"/>
                    <a:pt x="195" y="10"/>
                    <a:pt x="195" y="1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106"/>
                    <a:pt x="126" y="106"/>
                    <a:pt x="126" y="106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14" y="246"/>
                    <a:pt x="14" y="246"/>
                    <a:pt x="14" y="246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246" y="58"/>
                    <a:pt x="246" y="58"/>
                    <a:pt x="246" y="58"/>
                  </a:cubicBezTo>
                  <a:lnTo>
                    <a:pt x="236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E4F35813-B809-45D4-8D32-AE81B6E6544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1595" y="4221584"/>
            <a:ext cx="368135" cy="297424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263029B6-D110-4D81-88A7-19A73CC628B1}"/>
              </a:ext>
            </a:extLst>
          </p:cNvPr>
          <p:cNvGrpSpPr/>
          <p:nvPr/>
        </p:nvGrpSpPr>
        <p:grpSpPr>
          <a:xfrm>
            <a:off x="5854452" y="3569977"/>
            <a:ext cx="352477" cy="396756"/>
            <a:chOff x="10329066" y="4210913"/>
            <a:chExt cx="315914" cy="355600"/>
          </a:xfrm>
          <a:solidFill>
            <a:schemeClr val="tx1"/>
          </a:solidFill>
        </p:grpSpPr>
        <p:sp>
          <p:nvSpPr>
            <p:cNvPr id="67" name="Freeform 31">
              <a:extLst>
                <a:ext uri="{FF2B5EF4-FFF2-40B4-BE49-F238E27FC236}">
                  <a16:creationId xmlns:a16="http://schemas.microsoft.com/office/drawing/2014/main" id="{DF28E48A-01EB-4C5B-A16D-2A71DBC407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06867" y="4436338"/>
              <a:ext cx="138113" cy="130175"/>
            </a:xfrm>
            <a:custGeom>
              <a:avLst/>
              <a:gdLst>
                <a:gd name="T0" fmla="*/ 43 w 87"/>
                <a:gd name="T1" fmla="*/ 68 h 82"/>
                <a:gd name="T2" fmla="*/ 16 w 87"/>
                <a:gd name="T3" fmla="*/ 82 h 82"/>
                <a:gd name="T4" fmla="*/ 22 w 87"/>
                <a:gd name="T5" fmla="*/ 52 h 82"/>
                <a:gd name="T6" fmla="*/ 0 w 87"/>
                <a:gd name="T7" fmla="*/ 31 h 82"/>
                <a:gd name="T8" fmla="*/ 30 w 87"/>
                <a:gd name="T9" fmla="*/ 27 h 82"/>
                <a:gd name="T10" fmla="*/ 43 w 87"/>
                <a:gd name="T11" fmla="*/ 0 h 82"/>
                <a:gd name="T12" fmla="*/ 57 w 87"/>
                <a:gd name="T13" fmla="*/ 27 h 82"/>
                <a:gd name="T14" fmla="*/ 87 w 87"/>
                <a:gd name="T15" fmla="*/ 31 h 82"/>
                <a:gd name="T16" fmla="*/ 65 w 87"/>
                <a:gd name="T17" fmla="*/ 52 h 82"/>
                <a:gd name="T18" fmla="*/ 70 w 87"/>
                <a:gd name="T19" fmla="*/ 82 h 82"/>
                <a:gd name="T20" fmla="*/ 43 w 87"/>
                <a:gd name="T21" fmla="*/ 68 h 82"/>
                <a:gd name="T22" fmla="*/ 75 w 87"/>
                <a:gd name="T23" fmla="*/ 35 h 82"/>
                <a:gd name="T24" fmla="*/ 54 w 87"/>
                <a:gd name="T25" fmla="*/ 32 h 82"/>
                <a:gd name="T26" fmla="*/ 43 w 87"/>
                <a:gd name="T27" fmla="*/ 12 h 82"/>
                <a:gd name="T28" fmla="*/ 34 w 87"/>
                <a:gd name="T29" fmla="*/ 32 h 82"/>
                <a:gd name="T30" fmla="*/ 12 w 87"/>
                <a:gd name="T31" fmla="*/ 35 h 82"/>
                <a:gd name="T32" fmla="*/ 28 w 87"/>
                <a:gd name="T33" fmla="*/ 51 h 82"/>
                <a:gd name="T34" fmla="*/ 24 w 87"/>
                <a:gd name="T35" fmla="*/ 72 h 82"/>
                <a:gd name="T36" fmla="*/ 43 w 87"/>
                <a:gd name="T37" fmla="*/ 63 h 82"/>
                <a:gd name="T38" fmla="*/ 63 w 87"/>
                <a:gd name="T39" fmla="*/ 72 h 82"/>
                <a:gd name="T40" fmla="*/ 59 w 87"/>
                <a:gd name="T41" fmla="*/ 51 h 82"/>
                <a:gd name="T42" fmla="*/ 75 w 87"/>
                <a:gd name="T43" fmla="*/ 3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" h="82">
                  <a:moveTo>
                    <a:pt x="43" y="68"/>
                  </a:moveTo>
                  <a:lnTo>
                    <a:pt x="16" y="82"/>
                  </a:lnTo>
                  <a:lnTo>
                    <a:pt x="22" y="52"/>
                  </a:lnTo>
                  <a:lnTo>
                    <a:pt x="0" y="31"/>
                  </a:lnTo>
                  <a:lnTo>
                    <a:pt x="30" y="27"/>
                  </a:lnTo>
                  <a:lnTo>
                    <a:pt x="43" y="0"/>
                  </a:lnTo>
                  <a:lnTo>
                    <a:pt x="57" y="27"/>
                  </a:lnTo>
                  <a:lnTo>
                    <a:pt x="87" y="31"/>
                  </a:lnTo>
                  <a:lnTo>
                    <a:pt x="65" y="52"/>
                  </a:lnTo>
                  <a:lnTo>
                    <a:pt x="70" y="82"/>
                  </a:lnTo>
                  <a:lnTo>
                    <a:pt x="43" y="68"/>
                  </a:lnTo>
                  <a:close/>
                  <a:moveTo>
                    <a:pt x="75" y="35"/>
                  </a:moveTo>
                  <a:lnTo>
                    <a:pt x="54" y="32"/>
                  </a:lnTo>
                  <a:lnTo>
                    <a:pt x="43" y="12"/>
                  </a:lnTo>
                  <a:lnTo>
                    <a:pt x="34" y="32"/>
                  </a:lnTo>
                  <a:lnTo>
                    <a:pt x="12" y="35"/>
                  </a:lnTo>
                  <a:lnTo>
                    <a:pt x="28" y="51"/>
                  </a:lnTo>
                  <a:lnTo>
                    <a:pt x="24" y="72"/>
                  </a:lnTo>
                  <a:lnTo>
                    <a:pt x="43" y="63"/>
                  </a:lnTo>
                  <a:lnTo>
                    <a:pt x="63" y="72"/>
                  </a:lnTo>
                  <a:lnTo>
                    <a:pt x="59" y="51"/>
                  </a:lnTo>
                  <a:lnTo>
                    <a:pt x="75" y="35"/>
                  </a:lnTo>
                  <a:close/>
                </a:path>
              </a:pathLst>
            </a:custGeom>
            <a:grp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38990F38-9F0F-443C-9C7D-0C2E39F80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87804" y="4210913"/>
              <a:ext cx="157163" cy="157163"/>
            </a:xfrm>
            <a:custGeom>
              <a:avLst/>
              <a:gdLst>
                <a:gd name="T0" fmla="*/ 62 w 125"/>
                <a:gd name="T1" fmla="*/ 117 h 125"/>
                <a:gd name="T2" fmla="*/ 117 w 125"/>
                <a:gd name="T3" fmla="*/ 62 h 125"/>
                <a:gd name="T4" fmla="*/ 62 w 125"/>
                <a:gd name="T5" fmla="*/ 8 h 125"/>
                <a:gd name="T6" fmla="*/ 8 w 125"/>
                <a:gd name="T7" fmla="*/ 62 h 125"/>
                <a:gd name="T8" fmla="*/ 62 w 125"/>
                <a:gd name="T9" fmla="*/ 117 h 125"/>
                <a:gd name="T10" fmla="*/ 125 w 125"/>
                <a:gd name="T11" fmla="*/ 62 h 125"/>
                <a:gd name="T12" fmla="*/ 62 w 125"/>
                <a:gd name="T13" fmla="*/ 125 h 125"/>
                <a:gd name="T14" fmla="*/ 0 w 125"/>
                <a:gd name="T15" fmla="*/ 62 h 125"/>
                <a:gd name="T16" fmla="*/ 62 w 125"/>
                <a:gd name="T17" fmla="*/ 0 h 125"/>
                <a:gd name="T18" fmla="*/ 125 w 125"/>
                <a:gd name="T19" fmla="*/ 6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5" h="125">
                  <a:moveTo>
                    <a:pt x="62" y="117"/>
                  </a:moveTo>
                  <a:cubicBezTo>
                    <a:pt x="92" y="117"/>
                    <a:pt x="117" y="92"/>
                    <a:pt x="117" y="62"/>
                  </a:cubicBezTo>
                  <a:cubicBezTo>
                    <a:pt x="117" y="32"/>
                    <a:pt x="92" y="8"/>
                    <a:pt x="62" y="8"/>
                  </a:cubicBezTo>
                  <a:cubicBezTo>
                    <a:pt x="32" y="8"/>
                    <a:pt x="8" y="32"/>
                    <a:pt x="8" y="62"/>
                  </a:cubicBezTo>
                  <a:cubicBezTo>
                    <a:pt x="8" y="92"/>
                    <a:pt x="32" y="117"/>
                    <a:pt x="62" y="117"/>
                  </a:cubicBezTo>
                  <a:close/>
                  <a:moveTo>
                    <a:pt x="125" y="62"/>
                  </a:moveTo>
                  <a:cubicBezTo>
                    <a:pt x="125" y="97"/>
                    <a:pt x="97" y="125"/>
                    <a:pt x="62" y="125"/>
                  </a:cubicBezTo>
                  <a:cubicBezTo>
                    <a:pt x="28" y="125"/>
                    <a:pt x="0" y="97"/>
                    <a:pt x="0" y="62"/>
                  </a:cubicBezTo>
                  <a:cubicBezTo>
                    <a:pt x="0" y="28"/>
                    <a:pt x="28" y="0"/>
                    <a:pt x="62" y="0"/>
                  </a:cubicBezTo>
                  <a:cubicBezTo>
                    <a:pt x="97" y="0"/>
                    <a:pt x="125" y="28"/>
                    <a:pt x="125" y="62"/>
                  </a:cubicBezTo>
                  <a:close/>
                </a:path>
              </a:pathLst>
            </a:custGeom>
            <a:grp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CAE7CF55-EDF1-460C-99C7-64083AC37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9066" y="4379188"/>
              <a:ext cx="250826" cy="138113"/>
            </a:xfrm>
            <a:custGeom>
              <a:avLst/>
              <a:gdLst>
                <a:gd name="T0" fmla="*/ 131 w 200"/>
                <a:gd name="T1" fmla="*/ 17 h 110"/>
                <a:gd name="T2" fmla="*/ 136 w 200"/>
                <a:gd name="T3" fmla="*/ 3 h 110"/>
                <a:gd name="T4" fmla="*/ 136 w 200"/>
                <a:gd name="T5" fmla="*/ 0 h 110"/>
                <a:gd name="T6" fmla="*/ 191 w 200"/>
                <a:gd name="T7" fmla="*/ 0 h 110"/>
                <a:gd name="T8" fmla="*/ 200 w 200"/>
                <a:gd name="T9" fmla="*/ 34 h 110"/>
                <a:gd name="T10" fmla="*/ 193 w 200"/>
                <a:gd name="T11" fmla="*/ 36 h 110"/>
                <a:gd name="T12" fmla="*/ 186 w 200"/>
                <a:gd name="T13" fmla="*/ 7 h 110"/>
                <a:gd name="T14" fmla="*/ 143 w 200"/>
                <a:gd name="T15" fmla="*/ 7 h 110"/>
                <a:gd name="T16" fmla="*/ 109 w 200"/>
                <a:gd name="T17" fmla="*/ 38 h 110"/>
                <a:gd name="T18" fmla="*/ 109 w 200"/>
                <a:gd name="T19" fmla="*/ 38 h 110"/>
                <a:gd name="T20" fmla="*/ 109 w 200"/>
                <a:gd name="T21" fmla="*/ 38 h 110"/>
                <a:gd name="T22" fmla="*/ 109 w 200"/>
                <a:gd name="T23" fmla="*/ 38 h 110"/>
                <a:gd name="T24" fmla="*/ 109 w 200"/>
                <a:gd name="T25" fmla="*/ 38 h 110"/>
                <a:gd name="T26" fmla="*/ 76 w 200"/>
                <a:gd name="T27" fmla="*/ 7 h 110"/>
                <a:gd name="T28" fmla="*/ 33 w 200"/>
                <a:gd name="T29" fmla="*/ 7 h 110"/>
                <a:gd name="T30" fmla="*/ 7 w 200"/>
                <a:gd name="T31" fmla="*/ 110 h 110"/>
                <a:gd name="T32" fmla="*/ 0 w 200"/>
                <a:gd name="T33" fmla="*/ 108 h 110"/>
                <a:gd name="T34" fmla="*/ 27 w 200"/>
                <a:gd name="T35" fmla="*/ 0 h 110"/>
                <a:gd name="T36" fmla="*/ 83 w 200"/>
                <a:gd name="T37" fmla="*/ 0 h 110"/>
                <a:gd name="T38" fmla="*/ 83 w 200"/>
                <a:gd name="T39" fmla="*/ 3 h 110"/>
                <a:gd name="T40" fmla="*/ 110 w 200"/>
                <a:gd name="T41" fmla="*/ 31 h 110"/>
                <a:gd name="T42" fmla="*/ 110 w 200"/>
                <a:gd name="T43" fmla="*/ 31 h 110"/>
                <a:gd name="T44" fmla="*/ 110 w 200"/>
                <a:gd name="T45" fmla="*/ 31 h 110"/>
                <a:gd name="T46" fmla="*/ 110 w 200"/>
                <a:gd name="T47" fmla="*/ 31 h 110"/>
                <a:gd name="T48" fmla="*/ 131 w 200"/>
                <a:gd name="T49" fmla="*/ 1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0" h="110">
                  <a:moveTo>
                    <a:pt x="131" y="17"/>
                  </a:moveTo>
                  <a:cubicBezTo>
                    <a:pt x="135" y="10"/>
                    <a:pt x="136" y="3"/>
                    <a:pt x="136" y="3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200" y="34"/>
                    <a:pt x="200" y="34"/>
                    <a:pt x="200" y="34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86" y="7"/>
                    <a:pt x="186" y="7"/>
                    <a:pt x="186" y="7"/>
                  </a:cubicBezTo>
                  <a:cubicBezTo>
                    <a:pt x="143" y="7"/>
                    <a:pt x="143" y="7"/>
                    <a:pt x="143" y="7"/>
                  </a:cubicBezTo>
                  <a:cubicBezTo>
                    <a:pt x="140" y="19"/>
                    <a:pt x="131" y="38"/>
                    <a:pt x="109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88" y="38"/>
                    <a:pt x="79" y="20"/>
                    <a:pt x="76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7" y="110"/>
                    <a:pt x="7" y="110"/>
                    <a:pt x="7" y="110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3" y="5"/>
                    <a:pt x="87" y="31"/>
                    <a:pt x="110" y="31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9" y="31"/>
                    <a:pt x="126" y="26"/>
                    <a:pt x="131" y="17"/>
                  </a:cubicBezTo>
                  <a:close/>
                </a:path>
              </a:pathLst>
            </a:custGeom>
            <a:grp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92D09E7F-84B2-407A-A71A-753FA4C047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0787" y="2397829"/>
            <a:ext cx="432042" cy="337510"/>
          </a:xfrm>
          <a:prstGeom prst="rect">
            <a:avLst/>
          </a:prstGeom>
        </p:spPr>
      </p:pic>
      <p:sp>
        <p:nvSpPr>
          <p:cNvPr id="71" name="Freeform 214">
            <a:extLst>
              <a:ext uri="{FF2B5EF4-FFF2-40B4-BE49-F238E27FC236}">
                <a16:creationId xmlns:a16="http://schemas.microsoft.com/office/drawing/2014/main" id="{B27DC8D5-50C7-4E5B-B705-6EF6057BF332}"/>
              </a:ext>
            </a:extLst>
          </p:cNvPr>
          <p:cNvSpPr>
            <a:spLocks noEditPoints="1"/>
          </p:cNvSpPr>
          <p:nvPr/>
        </p:nvSpPr>
        <p:spPr bwMode="auto">
          <a:xfrm>
            <a:off x="7777295" y="3072194"/>
            <a:ext cx="387102" cy="385317"/>
          </a:xfrm>
          <a:custGeom>
            <a:avLst/>
            <a:gdLst>
              <a:gd name="T0" fmla="*/ 1499 w 2999"/>
              <a:gd name="T1" fmla="*/ 0 h 2998"/>
              <a:gd name="T2" fmla="*/ 2999 w 2999"/>
              <a:gd name="T3" fmla="*/ 1499 h 2998"/>
              <a:gd name="T4" fmla="*/ 1499 w 2999"/>
              <a:gd name="T5" fmla="*/ 2998 h 2998"/>
              <a:gd name="T6" fmla="*/ 0 w 2999"/>
              <a:gd name="T7" fmla="*/ 1499 h 2998"/>
              <a:gd name="T8" fmla="*/ 1499 w 2999"/>
              <a:gd name="T9" fmla="*/ 0 h 2998"/>
              <a:gd name="T10" fmla="*/ 436 w 2999"/>
              <a:gd name="T11" fmla="*/ 879 h 2998"/>
              <a:gd name="T12" fmla="*/ 1054 w 2999"/>
              <a:gd name="T13" fmla="*/ 1364 h 2998"/>
              <a:gd name="T14" fmla="*/ 1274 w 2999"/>
              <a:gd name="T15" fmla="*/ 1364 h 2998"/>
              <a:gd name="T16" fmla="*/ 511 w 2999"/>
              <a:gd name="T17" fmla="*/ 766 h 2998"/>
              <a:gd name="T18" fmla="*/ 436 w 2999"/>
              <a:gd name="T19" fmla="*/ 879 h 2998"/>
              <a:gd name="T20" fmla="*/ 276 w 2999"/>
              <a:gd name="T21" fmla="*/ 1634 h 2998"/>
              <a:gd name="T22" fmla="*/ 1499 w 2999"/>
              <a:gd name="T23" fmla="*/ 2729 h 2998"/>
              <a:gd name="T24" fmla="*/ 2730 w 2999"/>
              <a:gd name="T25" fmla="*/ 1499 h 2998"/>
              <a:gd name="T26" fmla="*/ 1634 w 2999"/>
              <a:gd name="T27" fmla="*/ 276 h 2998"/>
              <a:gd name="T28" fmla="*/ 1634 w 2999"/>
              <a:gd name="T29" fmla="*/ 1499 h 2998"/>
              <a:gd name="T30" fmla="*/ 1499 w 2999"/>
              <a:gd name="T31" fmla="*/ 1634 h 2998"/>
              <a:gd name="T32" fmla="*/ 276 w 2999"/>
              <a:gd name="T33" fmla="*/ 1634 h 2998"/>
              <a:gd name="T34" fmla="*/ 619 w 2999"/>
              <a:gd name="T35" fmla="*/ 1364 h 2998"/>
              <a:gd name="T36" fmla="*/ 324 w 2999"/>
              <a:gd name="T37" fmla="*/ 1133 h 2998"/>
              <a:gd name="T38" fmla="*/ 276 w 2999"/>
              <a:gd name="T39" fmla="*/ 1364 h 2998"/>
              <a:gd name="T40" fmla="*/ 619 w 2999"/>
              <a:gd name="T41" fmla="*/ 1364 h 2998"/>
              <a:gd name="T42" fmla="*/ 695 w 2999"/>
              <a:gd name="T43" fmla="*/ 568 h 2998"/>
              <a:gd name="T44" fmla="*/ 1365 w 2999"/>
              <a:gd name="T45" fmla="*/ 1094 h 2998"/>
              <a:gd name="T46" fmla="*/ 1365 w 2999"/>
              <a:gd name="T47" fmla="*/ 911 h 2998"/>
              <a:gd name="T48" fmla="*/ 813 w 2999"/>
              <a:gd name="T49" fmla="*/ 478 h 2998"/>
              <a:gd name="T50" fmla="*/ 695 w 2999"/>
              <a:gd name="T51" fmla="*/ 568 h 2998"/>
              <a:gd name="T52" fmla="*/ 1077 w 2999"/>
              <a:gd name="T53" fmla="*/ 343 h 2998"/>
              <a:gd name="T54" fmla="*/ 1365 w 2999"/>
              <a:gd name="T55" fmla="*/ 569 h 2998"/>
              <a:gd name="T56" fmla="*/ 1365 w 2999"/>
              <a:gd name="T57" fmla="*/ 276 h 2998"/>
              <a:gd name="T58" fmla="*/ 1077 w 2999"/>
              <a:gd name="T59" fmla="*/ 343 h 2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999" h="2998">
                <a:moveTo>
                  <a:pt x="1499" y="0"/>
                </a:moveTo>
                <a:cubicBezTo>
                  <a:pt x="2327" y="0"/>
                  <a:pt x="2999" y="671"/>
                  <a:pt x="2999" y="1499"/>
                </a:cubicBezTo>
                <a:cubicBezTo>
                  <a:pt x="2999" y="2327"/>
                  <a:pt x="2327" y="2998"/>
                  <a:pt x="1499" y="2998"/>
                </a:cubicBezTo>
                <a:cubicBezTo>
                  <a:pt x="671" y="2998"/>
                  <a:pt x="0" y="2327"/>
                  <a:pt x="0" y="1499"/>
                </a:cubicBezTo>
                <a:cubicBezTo>
                  <a:pt x="0" y="671"/>
                  <a:pt x="671" y="0"/>
                  <a:pt x="1499" y="0"/>
                </a:cubicBezTo>
                <a:close/>
                <a:moveTo>
                  <a:pt x="436" y="879"/>
                </a:moveTo>
                <a:cubicBezTo>
                  <a:pt x="1054" y="1364"/>
                  <a:pt x="1054" y="1364"/>
                  <a:pt x="1054" y="1364"/>
                </a:cubicBezTo>
                <a:cubicBezTo>
                  <a:pt x="1274" y="1364"/>
                  <a:pt x="1274" y="1364"/>
                  <a:pt x="1274" y="1364"/>
                </a:cubicBezTo>
                <a:cubicBezTo>
                  <a:pt x="511" y="766"/>
                  <a:pt x="511" y="766"/>
                  <a:pt x="511" y="766"/>
                </a:cubicBezTo>
                <a:cubicBezTo>
                  <a:pt x="484" y="802"/>
                  <a:pt x="459" y="840"/>
                  <a:pt x="436" y="879"/>
                </a:cubicBezTo>
                <a:close/>
                <a:moveTo>
                  <a:pt x="276" y="1634"/>
                </a:moveTo>
                <a:cubicBezTo>
                  <a:pt x="344" y="2256"/>
                  <a:pt x="872" y="2729"/>
                  <a:pt x="1499" y="2729"/>
                </a:cubicBezTo>
                <a:cubicBezTo>
                  <a:pt x="2179" y="2729"/>
                  <a:pt x="2730" y="2179"/>
                  <a:pt x="2730" y="1499"/>
                </a:cubicBezTo>
                <a:cubicBezTo>
                  <a:pt x="2730" y="872"/>
                  <a:pt x="2257" y="344"/>
                  <a:pt x="1634" y="276"/>
                </a:cubicBezTo>
                <a:cubicBezTo>
                  <a:pt x="1634" y="1499"/>
                  <a:pt x="1634" y="1499"/>
                  <a:pt x="1634" y="1499"/>
                </a:cubicBezTo>
                <a:cubicBezTo>
                  <a:pt x="1634" y="1573"/>
                  <a:pt x="1574" y="1634"/>
                  <a:pt x="1499" y="1634"/>
                </a:cubicBezTo>
                <a:cubicBezTo>
                  <a:pt x="1089" y="1634"/>
                  <a:pt x="688" y="1634"/>
                  <a:pt x="276" y="1634"/>
                </a:cubicBezTo>
                <a:close/>
                <a:moveTo>
                  <a:pt x="619" y="1364"/>
                </a:moveTo>
                <a:cubicBezTo>
                  <a:pt x="324" y="1133"/>
                  <a:pt x="324" y="1133"/>
                  <a:pt x="324" y="1133"/>
                </a:cubicBezTo>
                <a:cubicBezTo>
                  <a:pt x="301" y="1207"/>
                  <a:pt x="285" y="1285"/>
                  <a:pt x="276" y="1364"/>
                </a:cubicBezTo>
                <a:lnTo>
                  <a:pt x="619" y="1364"/>
                </a:lnTo>
                <a:close/>
                <a:moveTo>
                  <a:pt x="695" y="568"/>
                </a:moveTo>
                <a:cubicBezTo>
                  <a:pt x="1365" y="1094"/>
                  <a:pt x="1365" y="1094"/>
                  <a:pt x="1365" y="1094"/>
                </a:cubicBezTo>
                <a:cubicBezTo>
                  <a:pt x="1365" y="911"/>
                  <a:pt x="1365" y="911"/>
                  <a:pt x="1365" y="911"/>
                </a:cubicBezTo>
                <a:cubicBezTo>
                  <a:pt x="813" y="478"/>
                  <a:pt x="813" y="478"/>
                  <a:pt x="813" y="478"/>
                </a:cubicBezTo>
                <a:cubicBezTo>
                  <a:pt x="772" y="506"/>
                  <a:pt x="732" y="536"/>
                  <a:pt x="695" y="568"/>
                </a:cubicBezTo>
                <a:close/>
                <a:moveTo>
                  <a:pt x="1077" y="343"/>
                </a:moveTo>
                <a:cubicBezTo>
                  <a:pt x="1365" y="569"/>
                  <a:pt x="1365" y="569"/>
                  <a:pt x="1365" y="569"/>
                </a:cubicBezTo>
                <a:cubicBezTo>
                  <a:pt x="1365" y="276"/>
                  <a:pt x="1365" y="276"/>
                  <a:pt x="1365" y="276"/>
                </a:cubicBezTo>
                <a:cubicBezTo>
                  <a:pt x="1265" y="287"/>
                  <a:pt x="1168" y="310"/>
                  <a:pt x="1077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Freeform 210">
            <a:extLst>
              <a:ext uri="{FF2B5EF4-FFF2-40B4-BE49-F238E27FC236}">
                <a16:creationId xmlns:a16="http://schemas.microsoft.com/office/drawing/2014/main" id="{263177F9-56E4-4A35-A18B-B70A08E79CAE}"/>
              </a:ext>
            </a:extLst>
          </p:cNvPr>
          <p:cNvSpPr>
            <a:spLocks noEditPoints="1"/>
          </p:cNvSpPr>
          <p:nvPr/>
        </p:nvSpPr>
        <p:spPr bwMode="auto">
          <a:xfrm>
            <a:off x="1989702" y="4755564"/>
            <a:ext cx="336303" cy="300468"/>
          </a:xfrm>
          <a:custGeom>
            <a:avLst/>
            <a:gdLst>
              <a:gd name="T0" fmla="*/ 320 w 321"/>
              <a:gd name="T1" fmla="*/ 276 h 288"/>
              <a:gd name="T2" fmla="*/ 209 w 321"/>
              <a:gd name="T3" fmla="*/ 86 h 288"/>
              <a:gd name="T4" fmla="*/ 209 w 321"/>
              <a:gd name="T5" fmla="*/ 64 h 288"/>
              <a:gd name="T6" fmla="*/ 265 w 321"/>
              <a:gd name="T7" fmla="*/ 64 h 288"/>
              <a:gd name="T8" fmla="*/ 273 w 321"/>
              <a:gd name="T9" fmla="*/ 56 h 288"/>
              <a:gd name="T10" fmla="*/ 273 w 321"/>
              <a:gd name="T11" fmla="*/ 56 h 288"/>
              <a:gd name="T12" fmla="*/ 273 w 321"/>
              <a:gd name="T13" fmla="*/ 8 h 288"/>
              <a:gd name="T14" fmla="*/ 265 w 321"/>
              <a:gd name="T15" fmla="*/ 0 h 288"/>
              <a:gd name="T16" fmla="*/ 265 w 321"/>
              <a:gd name="T17" fmla="*/ 0 h 288"/>
              <a:gd name="T18" fmla="*/ 201 w 321"/>
              <a:gd name="T19" fmla="*/ 0 h 288"/>
              <a:gd name="T20" fmla="*/ 193 w 321"/>
              <a:gd name="T21" fmla="*/ 8 h 288"/>
              <a:gd name="T22" fmla="*/ 193 w 321"/>
              <a:gd name="T23" fmla="*/ 8 h 288"/>
              <a:gd name="T24" fmla="*/ 193 w 321"/>
              <a:gd name="T25" fmla="*/ 86 h 288"/>
              <a:gd name="T26" fmla="*/ 136 w 321"/>
              <a:gd name="T27" fmla="*/ 171 h 288"/>
              <a:gd name="T28" fmla="*/ 95 w 321"/>
              <a:gd name="T29" fmla="*/ 130 h 288"/>
              <a:gd name="T30" fmla="*/ 83 w 321"/>
              <a:gd name="T31" fmla="*/ 130 h 288"/>
              <a:gd name="T32" fmla="*/ 82 w 321"/>
              <a:gd name="T33" fmla="*/ 132 h 288"/>
              <a:gd name="T34" fmla="*/ 2 w 321"/>
              <a:gd name="T35" fmla="*/ 276 h 288"/>
              <a:gd name="T36" fmla="*/ 5 w 321"/>
              <a:gd name="T37" fmla="*/ 287 h 288"/>
              <a:gd name="T38" fmla="*/ 9 w 321"/>
              <a:gd name="T39" fmla="*/ 288 h 288"/>
              <a:gd name="T40" fmla="*/ 313 w 321"/>
              <a:gd name="T41" fmla="*/ 288 h 288"/>
              <a:gd name="T42" fmla="*/ 321 w 321"/>
              <a:gd name="T43" fmla="*/ 280 h 288"/>
              <a:gd name="T44" fmla="*/ 320 w 321"/>
              <a:gd name="T45" fmla="*/ 276 h 288"/>
              <a:gd name="T46" fmla="*/ 209 w 321"/>
              <a:gd name="T47" fmla="*/ 16 h 288"/>
              <a:gd name="T48" fmla="*/ 257 w 321"/>
              <a:gd name="T49" fmla="*/ 16 h 288"/>
              <a:gd name="T50" fmla="*/ 257 w 321"/>
              <a:gd name="T51" fmla="*/ 48 h 288"/>
              <a:gd name="T52" fmla="*/ 209 w 321"/>
              <a:gd name="T53" fmla="*/ 48 h 288"/>
              <a:gd name="T54" fmla="*/ 209 w 321"/>
              <a:gd name="T55" fmla="*/ 16 h 288"/>
              <a:gd name="T56" fmla="*/ 23 w 321"/>
              <a:gd name="T57" fmla="*/ 272 h 288"/>
              <a:gd name="T58" fmla="*/ 91 w 321"/>
              <a:gd name="T59" fmla="*/ 149 h 288"/>
              <a:gd name="T60" fmla="*/ 131 w 321"/>
              <a:gd name="T61" fmla="*/ 190 h 288"/>
              <a:gd name="T62" fmla="*/ 138 w 321"/>
              <a:gd name="T63" fmla="*/ 192 h 288"/>
              <a:gd name="T64" fmla="*/ 144 w 321"/>
              <a:gd name="T65" fmla="*/ 188 h 288"/>
              <a:gd name="T66" fmla="*/ 201 w 321"/>
              <a:gd name="T67" fmla="*/ 103 h 288"/>
              <a:gd name="T68" fmla="*/ 299 w 321"/>
              <a:gd name="T69" fmla="*/ 272 h 288"/>
              <a:gd name="T70" fmla="*/ 23 w 321"/>
              <a:gd name="T71" fmla="*/ 272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21" h="288">
                <a:moveTo>
                  <a:pt x="320" y="276"/>
                </a:moveTo>
                <a:cubicBezTo>
                  <a:pt x="209" y="86"/>
                  <a:pt x="209" y="86"/>
                  <a:pt x="209" y="86"/>
                </a:cubicBezTo>
                <a:cubicBezTo>
                  <a:pt x="209" y="64"/>
                  <a:pt x="209" y="64"/>
                  <a:pt x="209" y="64"/>
                </a:cubicBezTo>
                <a:cubicBezTo>
                  <a:pt x="265" y="64"/>
                  <a:pt x="265" y="64"/>
                  <a:pt x="265" y="64"/>
                </a:cubicBezTo>
                <a:cubicBezTo>
                  <a:pt x="269" y="64"/>
                  <a:pt x="273" y="60"/>
                  <a:pt x="273" y="56"/>
                </a:cubicBezTo>
                <a:cubicBezTo>
                  <a:pt x="273" y="56"/>
                  <a:pt x="273" y="56"/>
                  <a:pt x="273" y="56"/>
                </a:cubicBezTo>
                <a:cubicBezTo>
                  <a:pt x="273" y="8"/>
                  <a:pt x="273" y="8"/>
                  <a:pt x="273" y="8"/>
                </a:cubicBezTo>
                <a:cubicBezTo>
                  <a:pt x="273" y="4"/>
                  <a:pt x="269" y="0"/>
                  <a:pt x="265" y="0"/>
                </a:cubicBezTo>
                <a:cubicBezTo>
                  <a:pt x="265" y="0"/>
                  <a:pt x="265" y="0"/>
                  <a:pt x="265" y="0"/>
                </a:cubicBezTo>
                <a:cubicBezTo>
                  <a:pt x="201" y="0"/>
                  <a:pt x="201" y="0"/>
                  <a:pt x="201" y="0"/>
                </a:cubicBezTo>
                <a:cubicBezTo>
                  <a:pt x="197" y="0"/>
                  <a:pt x="193" y="4"/>
                  <a:pt x="193" y="8"/>
                </a:cubicBezTo>
                <a:cubicBezTo>
                  <a:pt x="193" y="8"/>
                  <a:pt x="193" y="8"/>
                  <a:pt x="193" y="8"/>
                </a:cubicBezTo>
                <a:cubicBezTo>
                  <a:pt x="193" y="86"/>
                  <a:pt x="193" y="86"/>
                  <a:pt x="193" y="86"/>
                </a:cubicBezTo>
                <a:cubicBezTo>
                  <a:pt x="136" y="171"/>
                  <a:pt x="136" y="171"/>
                  <a:pt x="136" y="171"/>
                </a:cubicBezTo>
                <a:cubicBezTo>
                  <a:pt x="95" y="130"/>
                  <a:pt x="95" y="130"/>
                  <a:pt x="95" y="130"/>
                </a:cubicBezTo>
                <a:cubicBezTo>
                  <a:pt x="92" y="127"/>
                  <a:pt x="86" y="127"/>
                  <a:pt x="83" y="130"/>
                </a:cubicBezTo>
                <a:cubicBezTo>
                  <a:pt x="83" y="131"/>
                  <a:pt x="82" y="131"/>
                  <a:pt x="82" y="132"/>
                </a:cubicBezTo>
                <a:cubicBezTo>
                  <a:pt x="2" y="276"/>
                  <a:pt x="2" y="276"/>
                  <a:pt x="2" y="276"/>
                </a:cubicBezTo>
                <a:cubicBezTo>
                  <a:pt x="0" y="280"/>
                  <a:pt x="1" y="285"/>
                  <a:pt x="5" y="287"/>
                </a:cubicBezTo>
                <a:cubicBezTo>
                  <a:pt x="6" y="288"/>
                  <a:pt x="8" y="288"/>
                  <a:pt x="9" y="288"/>
                </a:cubicBezTo>
                <a:cubicBezTo>
                  <a:pt x="313" y="288"/>
                  <a:pt x="313" y="288"/>
                  <a:pt x="313" y="288"/>
                </a:cubicBezTo>
                <a:cubicBezTo>
                  <a:pt x="317" y="288"/>
                  <a:pt x="321" y="284"/>
                  <a:pt x="321" y="280"/>
                </a:cubicBezTo>
                <a:cubicBezTo>
                  <a:pt x="321" y="279"/>
                  <a:pt x="321" y="277"/>
                  <a:pt x="320" y="276"/>
                </a:cubicBezTo>
                <a:close/>
                <a:moveTo>
                  <a:pt x="209" y="16"/>
                </a:moveTo>
                <a:cubicBezTo>
                  <a:pt x="257" y="16"/>
                  <a:pt x="257" y="16"/>
                  <a:pt x="257" y="16"/>
                </a:cubicBezTo>
                <a:cubicBezTo>
                  <a:pt x="257" y="48"/>
                  <a:pt x="257" y="48"/>
                  <a:pt x="257" y="48"/>
                </a:cubicBezTo>
                <a:cubicBezTo>
                  <a:pt x="209" y="48"/>
                  <a:pt x="209" y="48"/>
                  <a:pt x="209" y="48"/>
                </a:cubicBezTo>
                <a:lnTo>
                  <a:pt x="209" y="16"/>
                </a:lnTo>
                <a:close/>
                <a:moveTo>
                  <a:pt x="23" y="272"/>
                </a:moveTo>
                <a:cubicBezTo>
                  <a:pt x="91" y="149"/>
                  <a:pt x="91" y="149"/>
                  <a:pt x="91" y="149"/>
                </a:cubicBezTo>
                <a:cubicBezTo>
                  <a:pt x="131" y="190"/>
                  <a:pt x="131" y="190"/>
                  <a:pt x="131" y="190"/>
                </a:cubicBezTo>
                <a:cubicBezTo>
                  <a:pt x="133" y="191"/>
                  <a:pt x="135" y="192"/>
                  <a:pt x="138" y="192"/>
                </a:cubicBezTo>
                <a:cubicBezTo>
                  <a:pt x="140" y="192"/>
                  <a:pt x="142" y="190"/>
                  <a:pt x="144" y="188"/>
                </a:cubicBezTo>
                <a:cubicBezTo>
                  <a:pt x="201" y="103"/>
                  <a:pt x="201" y="103"/>
                  <a:pt x="201" y="103"/>
                </a:cubicBezTo>
                <a:cubicBezTo>
                  <a:pt x="299" y="272"/>
                  <a:pt x="299" y="272"/>
                  <a:pt x="299" y="272"/>
                </a:cubicBezTo>
                <a:lnTo>
                  <a:pt x="23" y="27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8AF9A-97F3-162B-905E-6615E2F2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D33B1-5FAF-DCD4-BB9C-24532991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11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B0954D-206E-28FE-F9AC-B056A327E5E9}"/>
              </a:ext>
            </a:extLst>
          </p:cNvPr>
          <p:cNvSpPr/>
          <p:nvPr/>
        </p:nvSpPr>
        <p:spPr>
          <a:xfrm>
            <a:off x="1138457" y="1802387"/>
            <a:ext cx="2042500" cy="2056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PCB FAB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Component Procurement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Enclosure Print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Gasket Production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EMS Finalization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Transfer to EMS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14B40F-2F7D-4117-9E0A-7EB51A5B21DA}"/>
              </a:ext>
            </a:extLst>
          </p:cNvPr>
          <p:cNvSpPr txBox="1"/>
          <p:nvPr/>
        </p:nvSpPr>
        <p:spPr>
          <a:xfrm>
            <a:off x="1129060" y="1716898"/>
            <a:ext cx="2033808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Hardware Readiness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2-Nov-2025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E2666BC-8D3B-DF3C-C793-3510FA28C05A}"/>
              </a:ext>
            </a:extLst>
          </p:cNvPr>
          <p:cNvSpPr/>
          <p:nvPr/>
        </p:nvSpPr>
        <p:spPr>
          <a:xfrm>
            <a:off x="3324084" y="1139830"/>
            <a:ext cx="2042500" cy="2056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PCB FAB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Component Procurement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Enclosure Print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Gasket Production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EMS Finalization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Transfer to EMS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F4E973-CC56-F64D-B769-9EF543F7CD99}"/>
              </a:ext>
            </a:extLst>
          </p:cNvPr>
          <p:cNvSpPr txBox="1"/>
          <p:nvPr/>
        </p:nvSpPr>
        <p:spPr>
          <a:xfrm>
            <a:off x="3085019" y="1164839"/>
            <a:ext cx="24487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Production and Device Aassembly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12-Nov-2025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F976373-4200-A604-0701-E5C6609EC11F}"/>
              </a:ext>
            </a:extLst>
          </p:cNvPr>
          <p:cNvSpPr/>
          <p:nvPr/>
        </p:nvSpPr>
        <p:spPr>
          <a:xfrm>
            <a:off x="5488317" y="545393"/>
            <a:ext cx="2042500" cy="2056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Functional Test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Integration Test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Wireless Radio Test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Battery Charge –Discharge Validation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ABEAC9-5A25-94E2-EEAE-0EE860BC3821}"/>
              </a:ext>
            </a:extLst>
          </p:cNvPr>
          <p:cNvSpPr txBox="1"/>
          <p:nvPr/>
        </p:nvSpPr>
        <p:spPr>
          <a:xfrm>
            <a:off x="5285203" y="673497"/>
            <a:ext cx="24487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Sample Test and Validation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27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-Nov-2025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1067F7-F4A7-B6F8-D534-502DD7E79C23}"/>
              </a:ext>
            </a:extLst>
          </p:cNvPr>
          <p:cNvSpPr/>
          <p:nvPr/>
        </p:nvSpPr>
        <p:spPr>
          <a:xfrm>
            <a:off x="7062103" y="4497420"/>
            <a:ext cx="2042500" cy="1307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Pack and Dispatch 10 Tested Units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AF344B9-A666-D03B-C412-42E9B0B493E7}"/>
              </a:ext>
            </a:extLst>
          </p:cNvPr>
          <p:cNvSpPr txBox="1"/>
          <p:nvPr/>
        </p:nvSpPr>
        <p:spPr>
          <a:xfrm>
            <a:off x="6827297" y="4481782"/>
            <a:ext cx="24487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First Batch Dispatch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4 DEC 2025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8F4DDBC-7DA2-F861-4FD9-A8CD7C00FF01}"/>
              </a:ext>
            </a:extLst>
          </p:cNvPr>
          <p:cNvSpPr/>
          <p:nvPr/>
        </p:nvSpPr>
        <p:spPr>
          <a:xfrm>
            <a:off x="9462159" y="3975251"/>
            <a:ext cx="2042500" cy="1307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endParaRPr lang="en-US" sz="1050" kern="0" dirty="0">
              <a:solidFill>
                <a:prstClr val="black"/>
              </a:solidFill>
              <a:latin typeface="Arial"/>
              <a:cs typeface="Arial" pitchFamily="34" charset="0"/>
            </a:endParaRP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Dispatch 10 Tested devices every week.</a:t>
            </a:r>
          </a:p>
          <a:p>
            <a:pPr marL="228600" lvl="0" indent="-228600" defTabSz="914400">
              <a:buFont typeface="+mj-lt"/>
              <a:buAutoNum type="arabicPeriod"/>
              <a:defRPr/>
            </a:pPr>
            <a:r>
              <a:rPr lang="en-US" sz="1050" kern="0" dirty="0">
                <a:solidFill>
                  <a:prstClr val="black"/>
                </a:solidFill>
                <a:latin typeface="Arial"/>
                <a:cs typeface="Arial" pitchFamily="34" charset="0"/>
              </a:rPr>
              <a:t>Receive Feedback and fix Bugs if any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76761D-4334-536D-8972-A1DE2C113E77}"/>
              </a:ext>
            </a:extLst>
          </p:cNvPr>
          <p:cNvSpPr txBox="1"/>
          <p:nvPr/>
        </p:nvSpPr>
        <p:spPr>
          <a:xfrm>
            <a:off x="9227353" y="3959613"/>
            <a:ext cx="24487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Weekly Dispatch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5 Feb 2025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261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7EE22EA-D223-C543-B190-5E37027B958F}"/>
              </a:ext>
            </a:extLst>
          </p:cNvPr>
          <p:cNvSpPr/>
          <p:nvPr/>
        </p:nvSpPr>
        <p:spPr>
          <a:xfrm>
            <a:off x="0" y="1938528"/>
            <a:ext cx="7808976" cy="43891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B7170-BC92-2B24-4E4E-C8FB27B29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Plan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C8BD2-DAE7-4A15-4B5E-EE5F0BA64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980D8-80DA-86A1-7584-F0BE14E2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E253-AFF3-4CCA-8E10-602A4B0C4984}" type="slidenum">
              <a:rPr lang="en-US" smtClean="0"/>
              <a:t>12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E147BEC-BC6B-02F6-A332-246EC3D1D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983" y="2661537"/>
            <a:ext cx="2236695" cy="2569946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6233B0-1FC3-87A4-B963-5B1021480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143" y="3128517"/>
            <a:ext cx="1635988" cy="16359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900FDE-3EE2-638F-BDB6-C44BAFD73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970" y="2158141"/>
            <a:ext cx="1039682" cy="10396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288F43-A118-F1D6-A004-4F193669AA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969" y="3429000"/>
            <a:ext cx="1232161" cy="12321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9AE3F7-864F-F6E1-11D8-9FBEF8E665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969" y="4822664"/>
            <a:ext cx="1232161" cy="12321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96323E1-6AA2-4F87-F552-9596F966C1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86" y="2983795"/>
            <a:ext cx="1925431" cy="1925431"/>
          </a:xfrm>
          <a:prstGeom prst="rect">
            <a:avLst/>
          </a:prstGeom>
        </p:spPr>
      </p:pic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023D66B0-56E1-9902-7E43-4E00B7B50400}"/>
              </a:ext>
            </a:extLst>
          </p:cNvPr>
          <p:cNvCxnSpPr>
            <a:stCxn id="13" idx="1"/>
          </p:cNvCxnSpPr>
          <p:nvPr/>
        </p:nvCxnSpPr>
        <p:spPr>
          <a:xfrm rot="10800000">
            <a:off x="4051653" y="2880361"/>
            <a:ext cx="1659491" cy="1066151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557A15E-9E55-8EA4-B865-C2B7461B5D55}"/>
              </a:ext>
            </a:extLst>
          </p:cNvPr>
          <p:cNvCxnSpPr>
            <a:stCxn id="13" idx="1"/>
            <a:endCxn id="17" idx="3"/>
          </p:cNvCxnSpPr>
          <p:nvPr/>
        </p:nvCxnSpPr>
        <p:spPr>
          <a:xfrm rot="10800000" flipV="1">
            <a:off x="4244131" y="3946511"/>
            <a:ext cx="1467013" cy="98570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08E9377E-5E00-0E06-F5A6-757947BB1676}"/>
              </a:ext>
            </a:extLst>
          </p:cNvPr>
          <p:cNvCxnSpPr>
            <a:endCxn id="19" idx="3"/>
          </p:cNvCxnSpPr>
          <p:nvPr/>
        </p:nvCxnSpPr>
        <p:spPr>
          <a:xfrm rot="10800000" flipV="1">
            <a:off x="4244130" y="4169999"/>
            <a:ext cx="1704270" cy="1268746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B6B20C25-1170-65FF-D037-923A2D75579B}"/>
              </a:ext>
            </a:extLst>
          </p:cNvPr>
          <p:cNvCxnSpPr>
            <a:cxnSpLocks/>
            <a:stCxn id="21" idx="3"/>
            <a:endCxn id="15" idx="1"/>
          </p:cNvCxnSpPr>
          <p:nvPr/>
        </p:nvCxnSpPr>
        <p:spPr>
          <a:xfrm flipV="1">
            <a:off x="2042817" y="2677982"/>
            <a:ext cx="969153" cy="1268529"/>
          </a:xfrm>
          <a:prstGeom prst="curvedConnector3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E4B570DD-93AA-E78E-292A-7A2FAA8B0C18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>
            <a:off x="2042817" y="3946511"/>
            <a:ext cx="969152" cy="98570"/>
          </a:xfrm>
          <a:prstGeom prst="curvedConnector3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DA74C532-47BA-F126-12D6-2D3C5262633D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2042817" y="3946511"/>
            <a:ext cx="969152" cy="1492234"/>
          </a:xfrm>
          <a:prstGeom prst="curvedConnector3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98708C3-F3A6-4B0F-D3CF-85DC0FD32D77}"/>
              </a:ext>
            </a:extLst>
          </p:cNvPr>
          <p:cNvSpPr/>
          <p:nvPr/>
        </p:nvSpPr>
        <p:spPr>
          <a:xfrm>
            <a:off x="4651059" y="5126148"/>
            <a:ext cx="2545269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Honeywell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50F290-4515-66D1-F619-461D3D324288}"/>
              </a:ext>
            </a:extLst>
          </p:cNvPr>
          <p:cNvSpPr/>
          <p:nvPr/>
        </p:nvSpPr>
        <p:spPr>
          <a:xfrm>
            <a:off x="8764697" y="5170325"/>
            <a:ext cx="2545269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Narayana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52A1C7-E72C-790F-C60B-F9799B6CE5EA}"/>
              </a:ext>
            </a:extLst>
          </p:cNvPr>
          <p:cNvSpPr/>
          <p:nvPr/>
        </p:nvSpPr>
        <p:spPr>
          <a:xfrm>
            <a:off x="2859791" y="3152001"/>
            <a:ext cx="12962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Device Support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5FF600C-DF24-FF6D-725E-4DDDC1075E83}"/>
              </a:ext>
            </a:extLst>
          </p:cNvPr>
          <p:cNvSpPr/>
          <p:nvPr/>
        </p:nvSpPr>
        <p:spPr>
          <a:xfrm>
            <a:off x="2703241" y="4603413"/>
            <a:ext cx="18037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Configuration Support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EBC5F5-0371-DAAF-A084-5257FE545CF5}"/>
              </a:ext>
            </a:extLst>
          </p:cNvPr>
          <p:cNvSpPr/>
          <p:nvPr/>
        </p:nvSpPr>
        <p:spPr>
          <a:xfrm>
            <a:off x="1846473" y="6043970"/>
            <a:ext cx="351731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Tech Support and periodic Calls/Engagements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93D07388-0C31-579F-9AE4-6C175F807003}"/>
              </a:ext>
            </a:extLst>
          </p:cNvPr>
          <p:cNvCxnSpPr>
            <a:endCxn id="11" idx="1"/>
          </p:cNvCxnSpPr>
          <p:nvPr/>
        </p:nvCxnSpPr>
        <p:spPr>
          <a:xfrm>
            <a:off x="7347131" y="3946510"/>
            <a:ext cx="1571852" cy="12700"/>
          </a:xfrm>
          <a:prstGeom prst="curvedConnector3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62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BF70-A1BD-4E23-9000-ECBDA76E4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1" y="385346"/>
            <a:ext cx="11201401" cy="41159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MVO Description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6B03099-EFC2-4A20-8736-DDD8052D7A74}"/>
              </a:ext>
            </a:extLst>
          </p:cNvPr>
          <p:cNvGrpSpPr/>
          <p:nvPr/>
        </p:nvGrpSpPr>
        <p:grpSpPr>
          <a:xfrm>
            <a:off x="869240" y="704850"/>
            <a:ext cx="10416984" cy="5559138"/>
            <a:chOff x="869240" y="635135"/>
            <a:chExt cx="10416984" cy="555913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9204E29-CAD4-49CC-8765-0B77F65D8276}"/>
                </a:ext>
              </a:extLst>
            </p:cNvPr>
            <p:cNvSpPr/>
            <p:nvPr/>
          </p:nvSpPr>
          <p:spPr>
            <a:xfrm>
              <a:off x="2758233" y="2137753"/>
              <a:ext cx="8527991" cy="983754"/>
            </a:xfrm>
            <a:prstGeom prst="rect">
              <a:avLst/>
            </a:prstGeom>
            <a:solidFill>
              <a:srgbClr val="FFC62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FC781C9-65C6-4696-ADBA-1A1A26F2FD58}"/>
                </a:ext>
              </a:extLst>
            </p:cNvPr>
            <p:cNvSpPr/>
            <p:nvPr/>
          </p:nvSpPr>
          <p:spPr>
            <a:xfrm>
              <a:off x="3294270" y="3217873"/>
              <a:ext cx="7991954" cy="983754"/>
            </a:xfrm>
            <a:prstGeom prst="rect">
              <a:avLst/>
            </a:prstGeom>
            <a:solidFill>
              <a:srgbClr val="5F8A2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A0F26B8-8B42-4DCA-A4EA-586528C3D5E8}"/>
                </a:ext>
              </a:extLst>
            </p:cNvPr>
            <p:cNvGrpSpPr/>
            <p:nvPr/>
          </p:nvGrpSpPr>
          <p:grpSpPr>
            <a:xfrm>
              <a:off x="869240" y="5538621"/>
              <a:ext cx="3865190" cy="655652"/>
              <a:chOff x="562794" y="5596182"/>
              <a:chExt cx="3865190" cy="655652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501E19F-1BD6-4EB0-9546-3C5FEBBBA759}"/>
                  </a:ext>
                </a:extLst>
              </p:cNvPr>
              <p:cNvSpPr/>
              <p:nvPr/>
            </p:nvSpPr>
            <p:spPr>
              <a:xfrm>
                <a:off x="1138336" y="5712643"/>
                <a:ext cx="2754908" cy="432048"/>
              </a:xfrm>
              <a:prstGeom prst="ellipse">
                <a:avLst/>
              </a:prstGeom>
              <a:solidFill>
                <a:srgbClr val="000000">
                  <a:lumMod val="50000"/>
                  <a:lumOff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27000"/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65DE0D22-12C8-4A85-85B5-5E69E870A332}"/>
                  </a:ext>
                </a:extLst>
              </p:cNvPr>
              <p:cNvSpPr/>
              <p:nvPr/>
            </p:nvSpPr>
            <p:spPr>
              <a:xfrm>
                <a:off x="562794" y="5596182"/>
                <a:ext cx="3865190" cy="655652"/>
              </a:xfrm>
              <a:prstGeom prst="ellipse">
                <a:avLst/>
              </a:prstGeom>
              <a:solidFill>
                <a:srgbClr val="000000">
                  <a:lumMod val="50000"/>
                  <a:lumOff val="50000"/>
                  <a:alpha val="6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90500"/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3B33570-CBE0-48EC-8C6C-85F36AFF966B}"/>
                </a:ext>
              </a:extLst>
            </p:cNvPr>
            <p:cNvSpPr/>
            <p:nvPr/>
          </p:nvSpPr>
          <p:spPr>
            <a:xfrm>
              <a:off x="3663426" y="4297993"/>
              <a:ext cx="7622798" cy="983754"/>
            </a:xfrm>
            <a:prstGeom prst="rect">
              <a:avLst/>
            </a:prstGeom>
            <a:solidFill>
              <a:srgbClr val="126FA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B8F6EAC-5B77-46A9-964A-1301C774C606}"/>
                </a:ext>
              </a:extLst>
            </p:cNvPr>
            <p:cNvGrpSpPr/>
            <p:nvPr/>
          </p:nvGrpSpPr>
          <p:grpSpPr>
            <a:xfrm>
              <a:off x="1350053" y="635135"/>
              <a:ext cx="2880320" cy="5184576"/>
              <a:chOff x="832917" y="692696"/>
              <a:chExt cx="2880320" cy="5184576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0EC518F5-A9D3-46FD-A953-85DDD1C5AEBC}"/>
                  </a:ext>
                </a:extLst>
              </p:cNvPr>
              <p:cNvSpPr/>
              <p:nvPr/>
            </p:nvSpPr>
            <p:spPr>
              <a:xfrm>
                <a:off x="832917" y="2996952"/>
                <a:ext cx="2880320" cy="2880320"/>
              </a:xfrm>
              <a:prstGeom prst="ellipse">
                <a:avLst/>
              </a:prstGeom>
              <a:solidFill>
                <a:srgbClr val="126FAE"/>
              </a:solidFill>
              <a:ln w="12700" cap="flat" cmpd="sng" algn="ctr">
                <a:noFill/>
                <a:prstDash val="solid"/>
                <a:miter lim="800000"/>
              </a:ln>
              <a:effectLst/>
              <a:scene3d>
                <a:camera prst="isometricOffAxis1Top"/>
                <a:lightRig rig="balanced" dir="t"/>
              </a:scene3d>
              <a:sp3d prstMaterial="matte">
                <a:bevelT w="317500" h="857250" prst="angle"/>
                <a:extrusionClr>
                  <a:srgbClr val="FAA332"/>
                </a:extrusionClr>
              </a:sp3d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92E43B5-6D6B-4CF0-86D1-A443447D4B19}"/>
                  </a:ext>
                </a:extLst>
              </p:cNvPr>
              <p:cNvSpPr/>
              <p:nvPr/>
            </p:nvSpPr>
            <p:spPr>
              <a:xfrm>
                <a:off x="1235967" y="2419375"/>
                <a:ext cx="2076426" cy="2076426"/>
              </a:xfrm>
              <a:prstGeom prst="ellipse">
                <a:avLst/>
              </a:prstGeom>
              <a:solidFill>
                <a:srgbClr val="5F8A26"/>
              </a:solidFill>
              <a:ln w="12700" cap="flat" cmpd="sng" algn="ctr">
                <a:noFill/>
                <a:prstDash val="solid"/>
                <a:miter lim="800000"/>
              </a:ln>
              <a:effectLst/>
              <a:scene3d>
                <a:camera prst="isometricOffAxis1Top"/>
                <a:lightRig rig="balanced" dir="t"/>
              </a:scene3d>
              <a:sp3d prstMaterial="matte">
                <a:bevelT w="266700" h="742950" prst="angle"/>
                <a:extrusionClr>
                  <a:srgbClr val="FAA332"/>
                </a:extrusionClr>
              </a:sp3d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2ECE4D41-6D36-475F-A124-DD805869E1CA}"/>
                  </a:ext>
                </a:extLst>
              </p:cNvPr>
              <p:cNvSpPr/>
              <p:nvPr/>
            </p:nvSpPr>
            <p:spPr>
              <a:xfrm>
                <a:off x="1607071" y="692696"/>
                <a:ext cx="1294804" cy="1294804"/>
              </a:xfrm>
              <a:prstGeom prst="ellipse">
                <a:avLst/>
              </a:prstGeom>
              <a:solidFill>
                <a:srgbClr val="FFC627"/>
              </a:solidFill>
              <a:ln w="12700" cap="flat" cmpd="sng" algn="ctr">
                <a:noFill/>
                <a:prstDash val="solid"/>
                <a:miter lim="800000"/>
              </a:ln>
              <a:effectLst/>
              <a:scene3d>
                <a:camera prst="isometricOffAxis1Top"/>
                <a:lightRig rig="balanced" dir="t"/>
              </a:scene3d>
              <a:sp3d prstMaterial="matte">
                <a:bevelT w="793750" h="1924050" prst="angle"/>
                <a:extrusionClr>
                  <a:srgbClr val="FAA332"/>
                </a:extrusionClr>
              </a:sp3d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23E2744-5598-4825-A51C-40E882FC0E14}"/>
                </a:ext>
              </a:extLst>
            </p:cNvPr>
            <p:cNvSpPr txBox="1"/>
            <p:nvPr/>
          </p:nvSpPr>
          <p:spPr>
            <a:xfrm>
              <a:off x="4778207" y="2362560"/>
              <a:ext cx="64215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MVO2 + SPO2  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81F459E-B42A-44A2-A604-07ECD44C8DD3}"/>
                </a:ext>
              </a:extLst>
            </p:cNvPr>
            <p:cNvSpPr txBox="1"/>
            <p:nvPr/>
          </p:nvSpPr>
          <p:spPr>
            <a:xfrm>
              <a:off x="4778207" y="3433640"/>
              <a:ext cx="64215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dirty="0">
                  <a:solidFill>
                    <a:prstClr val="white"/>
                  </a:solidFill>
                  <a:latin typeface="Arial"/>
                </a:rPr>
                <a:t>MVO1 +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Respiration rate + Heart Rate Variability + Body Posture IPX4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4C8F96A-C0E8-48D6-804F-693FD51A2432}"/>
                </a:ext>
              </a:extLst>
            </p:cNvPr>
            <p:cNvSpPr txBox="1"/>
            <p:nvPr/>
          </p:nvSpPr>
          <p:spPr>
            <a:xfrm>
              <a:off x="4778207" y="4518587"/>
              <a:ext cx="64215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dirty="0">
                  <a:solidFill>
                    <a:prstClr val="white"/>
                  </a:solidFill>
                  <a:latin typeface="Arial"/>
                </a:rPr>
                <a:t>ECG | SKIN TEMPERATURE | RGB LED NOTIFICATION | WAKEUP BUTTON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A23FFD6-9B92-4973-B23D-F7F23BE3E4E1}"/>
                </a:ext>
              </a:extLst>
            </p:cNvPr>
            <p:cNvSpPr txBox="1"/>
            <p:nvPr/>
          </p:nvSpPr>
          <p:spPr>
            <a:xfrm>
              <a:off x="2261238" y="4076663"/>
              <a:ext cx="10526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MVO2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0001BFD-D95E-4D8C-B43A-195341C3B273}"/>
                </a:ext>
              </a:extLst>
            </p:cNvPr>
            <p:cNvSpPr txBox="1"/>
            <p:nvPr/>
          </p:nvSpPr>
          <p:spPr>
            <a:xfrm>
              <a:off x="2261238" y="2780407"/>
              <a:ext cx="10526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kern="0" dirty="0">
                  <a:solidFill>
                    <a:prstClr val="black"/>
                  </a:solidFill>
                  <a:latin typeface="Arial"/>
                </a:rPr>
                <a:t>MVO3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A4282CD-C815-4C99-8D88-81090FD1DFF9}"/>
                </a:ext>
              </a:extLst>
            </p:cNvPr>
            <p:cNvSpPr txBox="1"/>
            <p:nvPr/>
          </p:nvSpPr>
          <p:spPr>
            <a:xfrm>
              <a:off x="2261238" y="5285563"/>
              <a:ext cx="10526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MVO1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ADA0E-CC4C-7D7C-C0AC-114D3C21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Impact By 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5EAF9-5DC6-061C-4057-27E7930D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0AF5FC-F373-085B-3792-18D9C0E1C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052" y="2299606"/>
            <a:ext cx="573114" cy="5731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A49ED2-4F17-FE08-57E8-BD6958C4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743" y="3691956"/>
            <a:ext cx="579386" cy="579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085D7F-B0E4-C51B-4449-C16C0722DF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99" y="4857986"/>
            <a:ext cx="607671" cy="60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3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A40DD1-740B-EB88-B028-B96C009880B9}"/>
              </a:ext>
            </a:extLst>
          </p:cNvPr>
          <p:cNvSpPr/>
          <p:nvPr/>
        </p:nvSpPr>
        <p:spPr>
          <a:xfrm>
            <a:off x="965201" y="643467"/>
            <a:ext cx="6255026" cy="5054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0" cap="none" spc="-5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22F61-53B1-D659-6A62-2234F1390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Impact By Honeywell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B49B9-9BE5-FE7E-73C8-AD67ED92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B94EC18-1D2B-4535-B738-0E53AFE26620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798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BA971E34033F4AA7025BE88BA4BE7B" ma:contentTypeVersion="20" ma:contentTypeDescription="Create a new document." ma:contentTypeScope="" ma:versionID="3a1b36f311d16156b5df7e2dbb9110b8">
  <xsd:schema xmlns:xsd="http://www.w3.org/2001/XMLSchema" xmlns:xs="http://www.w3.org/2001/XMLSchema" xmlns:p="http://schemas.microsoft.com/office/2006/metadata/properties" xmlns:ns1="http://schemas.microsoft.com/sharepoint/v3" xmlns:ns2="212195d3-613c-4a44-91d9-ac42eac57cb9" xmlns:ns3="d45dfcea-f72d-4267-851d-7ea1bd0f5af2" xmlns:ns4="213af126-92eb-4bb5-8bfd-1661103a2928" targetNamespace="http://schemas.microsoft.com/office/2006/metadata/properties" ma:root="true" ma:fieldsID="c3daead2383615748aeb09d9553d4e04" ns1:_="" ns2:_="" ns3:_="" ns4:_="">
    <xsd:import namespace="http://schemas.microsoft.com/sharepoint/v3"/>
    <xsd:import namespace="212195d3-613c-4a44-91d9-ac42eac57cb9"/>
    <xsd:import namespace="d45dfcea-f72d-4267-851d-7ea1bd0f5af2"/>
    <xsd:import namespace="213af126-92eb-4bb5-8bfd-1661103a29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2195d3-613c-4a44-91d9-ac42eac57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8bc46713-8fa2-488a-ac8b-ad618560c9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dfcea-f72d-4267-851d-7ea1bd0f5af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f126-92eb-4bb5-8bfd-1661103a2928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fd4cdf22-5fc7-4945-9e7a-ed25fb7b546a}" ma:internalName="TaxCatchAll" ma:showField="CatchAllData" ma:web="d45dfcea-f72d-4267-851d-7ea1bd0f5a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213af126-92eb-4bb5-8bfd-1661103a2928" xsi:nil="true"/>
    <_ip_UnifiedCompliancePolicyProperties xmlns="http://schemas.microsoft.com/sharepoint/v3" xsi:nil="true"/>
    <lcf76f155ced4ddcb4097134ff3c332f xmlns="212195d3-613c-4a44-91d9-ac42eac57cb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BC142B2-2DA1-4298-A4EC-5F854252DA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2195d3-613c-4a44-91d9-ac42eac57cb9"/>
    <ds:schemaRef ds:uri="d45dfcea-f72d-4267-851d-7ea1bd0f5af2"/>
    <ds:schemaRef ds:uri="213af126-92eb-4bb5-8bfd-1661103a29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1DF210-E3F2-47B5-A03E-391AF4358D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8FE188-7381-413E-83AF-E92C6B04080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213af126-92eb-4bb5-8bfd-1661103a2928"/>
    <ds:schemaRef ds:uri="212195d3-613c-4a44-91d9-ac42eac57cb9"/>
  </ds:schemaRefs>
</ds:datastoreItem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483</TotalTime>
  <Words>953</Words>
  <Application>Microsoft Office PowerPoint</Application>
  <PresentationFormat>Widescreen</PresentationFormat>
  <Paragraphs>184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ＭＳ Ｐゴシック</vt:lpstr>
      <vt:lpstr>Aptos</vt:lpstr>
      <vt:lpstr>Arial</vt:lpstr>
      <vt:lpstr>Calibri</vt:lpstr>
      <vt:lpstr>Calibri Light</vt:lpstr>
      <vt:lpstr>Wingdings</vt:lpstr>
      <vt:lpstr>Retrospect</vt:lpstr>
      <vt:lpstr>Wearable Smart Patches– MVO 1</vt:lpstr>
      <vt:lpstr>Agenda</vt:lpstr>
      <vt:lpstr>Requirement and Business Overview</vt:lpstr>
      <vt:lpstr>Scope Exclusion [HON]</vt:lpstr>
      <vt:lpstr>Assumptions</vt:lpstr>
      <vt:lpstr>Deliverables</vt:lpstr>
      <vt:lpstr>Roles and Responsibilities</vt:lpstr>
      <vt:lpstr>Dependencies on NH</vt:lpstr>
      <vt:lpstr>Risk Open items</vt:lpstr>
      <vt:lpstr>Commercials</vt:lpstr>
      <vt:lpstr>Development and Delivery Timeline  MVO1</vt:lpstr>
      <vt:lpstr>Communication Plan</vt:lpstr>
      <vt:lpstr>MVO Description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Shrivastava, Shyam</dc:creator>
  <cp:lastModifiedBy>Shrivastava, Shyam</cp:lastModifiedBy>
  <cp:revision>4</cp:revision>
  <dcterms:created xsi:type="dcterms:W3CDTF">2025-09-02T07:09:56Z</dcterms:created>
  <dcterms:modified xsi:type="dcterms:W3CDTF">2025-09-03T07:25:26Z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0x010100C2BA971E34033F4AA7025BE88BA4BE7B</vt:lpwstr>
  </property>
  <property fmtid="{D5CDD505-2E9C-101B-9397-08002B2CF9AE}" pid="3" name="MediaServiceImageTags">
    <vt:lpwstr/>
  </property>
</Properties>
</file>